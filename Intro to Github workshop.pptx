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9" r:id="rId3"/>
    <p:sldId id="260" r:id="rId4"/>
    <p:sldId id="258" r:id="rId5"/>
    <p:sldId id="271" r:id="rId6"/>
    <p:sldId id="257" r:id="rId7"/>
    <p:sldId id="272" r:id="rId8"/>
    <p:sldId id="264" r:id="rId9"/>
    <p:sldId id="266" r:id="rId10"/>
    <p:sldId id="265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57BFA54-D39E-457E-984A-7C8C0CA81160}" v="136" dt="2026-03-16T13:23:30.6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1719" autoAdjust="0"/>
  </p:normalViewPr>
  <p:slideViewPr>
    <p:cSldViewPr snapToGrid="0">
      <p:cViewPr>
        <p:scale>
          <a:sx n="100" d="100"/>
          <a:sy n="100" d="100"/>
        </p:scale>
        <p:origin x="43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ddleton, FS, Miss [fmiddleton@sun.ac.za]" userId="3d1ab7f5-479f-45c8-892f-75d569044a2c" providerId="ADAL" clId="{503A42E0-A9D8-410F-9C3E-B7F3C5E905A0}"/>
    <pc:docChg chg="undo custSel addSld delSld modSld sldOrd">
      <pc:chgData name="Middleton, FS, Miss [fmiddleton@sun.ac.za]" userId="3d1ab7f5-479f-45c8-892f-75d569044a2c" providerId="ADAL" clId="{503A42E0-A9D8-410F-9C3E-B7F3C5E905A0}" dt="2026-03-16T13:52:20.984" v="3382" actId="20577"/>
      <pc:docMkLst>
        <pc:docMk/>
      </pc:docMkLst>
      <pc:sldChg chg="addSp delSp modSp mod setBg">
        <pc:chgData name="Middleton, FS, Miss [fmiddleton@sun.ac.za]" userId="3d1ab7f5-479f-45c8-892f-75d569044a2c" providerId="ADAL" clId="{503A42E0-A9D8-410F-9C3E-B7F3C5E905A0}" dt="2026-03-16T09:40:29.166" v="2310" actId="26606"/>
        <pc:sldMkLst>
          <pc:docMk/>
          <pc:sldMk cId="1412634538" sldId="256"/>
        </pc:sldMkLst>
        <pc:spChg chg="mod">
          <ac:chgData name="Middleton, FS, Miss [fmiddleton@sun.ac.za]" userId="3d1ab7f5-479f-45c8-892f-75d569044a2c" providerId="ADAL" clId="{503A42E0-A9D8-410F-9C3E-B7F3C5E905A0}" dt="2026-03-16T09:40:29.166" v="2310" actId="26606"/>
          <ac:spMkLst>
            <pc:docMk/>
            <pc:sldMk cId="1412634538" sldId="256"/>
            <ac:spMk id="2" creationId="{7134D8EA-098D-1F60-C10B-46B6CC7DEBE2}"/>
          </ac:spMkLst>
        </pc:spChg>
        <pc:spChg chg="del">
          <ac:chgData name="Middleton, FS, Miss [fmiddleton@sun.ac.za]" userId="3d1ab7f5-479f-45c8-892f-75d569044a2c" providerId="ADAL" clId="{503A42E0-A9D8-410F-9C3E-B7F3C5E905A0}" dt="2026-03-16T09:39:40.224" v="2302" actId="478"/>
          <ac:spMkLst>
            <pc:docMk/>
            <pc:sldMk cId="1412634538" sldId="256"/>
            <ac:spMk id="3" creationId="{CE2255FE-848E-2F1C-4EE8-1A3840D6E9D1}"/>
          </ac:spMkLst>
        </pc:spChg>
        <pc:spChg chg="add del">
          <ac:chgData name="Middleton, FS, Miss [fmiddleton@sun.ac.za]" userId="3d1ab7f5-479f-45c8-892f-75d569044a2c" providerId="ADAL" clId="{503A42E0-A9D8-410F-9C3E-B7F3C5E905A0}" dt="2026-03-16T09:39:55.362" v="2305" actId="26606"/>
          <ac:spMkLst>
            <pc:docMk/>
            <pc:sldMk cId="1412634538" sldId="256"/>
            <ac:spMk id="7" creationId="{3677BAFB-3BD3-41BB-9107-FAE224AE21C4}"/>
          </ac:spMkLst>
        </pc:spChg>
        <pc:spChg chg="add del">
          <ac:chgData name="Middleton, FS, Miss [fmiddleton@sun.ac.za]" userId="3d1ab7f5-479f-45c8-892f-75d569044a2c" providerId="ADAL" clId="{503A42E0-A9D8-410F-9C3E-B7F3C5E905A0}" dt="2026-03-16T09:39:55.362" v="2305" actId="26606"/>
          <ac:spMkLst>
            <pc:docMk/>
            <pc:sldMk cId="1412634538" sldId="256"/>
            <ac:spMk id="9" creationId="{E6823A9B-C188-42D4-847C-3AD928DB145C}"/>
          </ac:spMkLst>
        </pc:spChg>
        <pc:spChg chg="add del">
          <ac:chgData name="Middleton, FS, Miss [fmiddleton@sun.ac.za]" userId="3d1ab7f5-479f-45c8-892f-75d569044a2c" providerId="ADAL" clId="{503A42E0-A9D8-410F-9C3E-B7F3C5E905A0}" dt="2026-03-16T09:39:55.362" v="2305" actId="26606"/>
          <ac:spMkLst>
            <pc:docMk/>
            <pc:sldMk cId="1412634538" sldId="256"/>
            <ac:spMk id="11" creationId="{34B557F3-1A0C-4749-A6DB-EAC082DF390B}"/>
          </ac:spMkLst>
        </pc:spChg>
        <pc:spChg chg="add del">
          <ac:chgData name="Middleton, FS, Miss [fmiddleton@sun.ac.za]" userId="3d1ab7f5-479f-45c8-892f-75d569044a2c" providerId="ADAL" clId="{503A42E0-A9D8-410F-9C3E-B7F3C5E905A0}" dt="2026-03-16T09:39:55.362" v="2305" actId="26606"/>
          <ac:spMkLst>
            <pc:docMk/>
            <pc:sldMk cId="1412634538" sldId="256"/>
            <ac:spMk id="13" creationId="{55D55AA6-3751-494F-868A-DCEDC5CE82BF}"/>
          </ac:spMkLst>
        </pc:spChg>
        <pc:spChg chg="add del">
          <ac:chgData name="Middleton, FS, Miss [fmiddleton@sun.ac.za]" userId="3d1ab7f5-479f-45c8-892f-75d569044a2c" providerId="ADAL" clId="{503A42E0-A9D8-410F-9C3E-B7F3C5E905A0}" dt="2026-03-16T09:39:55.362" v="2305" actId="26606"/>
          <ac:spMkLst>
            <pc:docMk/>
            <pc:sldMk cId="1412634538" sldId="256"/>
            <ac:spMk id="15" creationId="{4D4C00DC-4DC6-4CD2-9E31-F17E6CEBC5A6}"/>
          </ac:spMkLst>
        </pc:spChg>
        <pc:spChg chg="add del">
          <ac:chgData name="Middleton, FS, Miss [fmiddleton@sun.ac.za]" userId="3d1ab7f5-479f-45c8-892f-75d569044a2c" providerId="ADAL" clId="{503A42E0-A9D8-410F-9C3E-B7F3C5E905A0}" dt="2026-03-16T09:39:55.362" v="2305" actId="26606"/>
          <ac:spMkLst>
            <pc:docMk/>
            <pc:sldMk cId="1412634538" sldId="256"/>
            <ac:spMk id="17" creationId="{D82AB1B2-7970-42CF-8BF5-567C69E9FFFB}"/>
          </ac:spMkLst>
        </pc:spChg>
        <pc:spChg chg="add del">
          <ac:chgData name="Middleton, FS, Miss [fmiddleton@sun.ac.za]" userId="3d1ab7f5-479f-45c8-892f-75d569044a2c" providerId="ADAL" clId="{503A42E0-A9D8-410F-9C3E-B7F3C5E905A0}" dt="2026-03-16T09:39:55.362" v="2305" actId="26606"/>
          <ac:spMkLst>
            <pc:docMk/>
            <pc:sldMk cId="1412634538" sldId="256"/>
            <ac:spMk id="23" creationId="{C10FB9CA-E7FA-462C-B537-F1224ED1ACF4}"/>
          </ac:spMkLst>
        </pc:spChg>
        <pc:spChg chg="add del">
          <ac:chgData name="Middleton, FS, Miss [fmiddleton@sun.ac.za]" userId="3d1ab7f5-479f-45c8-892f-75d569044a2c" providerId="ADAL" clId="{503A42E0-A9D8-410F-9C3E-B7F3C5E905A0}" dt="2026-03-16T09:39:55.362" v="2305" actId="26606"/>
          <ac:spMkLst>
            <pc:docMk/>
            <pc:sldMk cId="1412634538" sldId="256"/>
            <ac:spMk id="25" creationId="{D8469AE7-A75B-4F37-850B-EF5974ABED2C}"/>
          </ac:spMkLst>
        </pc:spChg>
        <pc:spChg chg="add del">
          <ac:chgData name="Middleton, FS, Miss [fmiddleton@sun.ac.za]" userId="3d1ab7f5-479f-45c8-892f-75d569044a2c" providerId="ADAL" clId="{503A42E0-A9D8-410F-9C3E-B7F3C5E905A0}" dt="2026-03-16T09:40:10.808" v="2307" actId="26606"/>
          <ac:spMkLst>
            <pc:docMk/>
            <pc:sldMk cId="1412634538" sldId="256"/>
            <ac:spMk id="198" creationId="{289ED1AA-8684-4D37-B208-8777E1A7780D}"/>
          </ac:spMkLst>
        </pc:spChg>
        <pc:spChg chg="add del">
          <ac:chgData name="Middleton, FS, Miss [fmiddleton@sun.ac.za]" userId="3d1ab7f5-479f-45c8-892f-75d569044a2c" providerId="ADAL" clId="{503A42E0-A9D8-410F-9C3E-B7F3C5E905A0}" dt="2026-03-16T09:40:10.808" v="2307" actId="26606"/>
          <ac:spMkLst>
            <pc:docMk/>
            <pc:sldMk cId="1412634538" sldId="256"/>
            <ac:spMk id="199" creationId="{4180E01B-B1F4-437C-807D-1C930718EE64}"/>
          </ac:spMkLst>
        </pc:spChg>
        <pc:spChg chg="add del">
          <ac:chgData name="Middleton, FS, Miss [fmiddleton@sun.ac.za]" userId="3d1ab7f5-479f-45c8-892f-75d569044a2c" providerId="ADAL" clId="{503A42E0-A9D8-410F-9C3E-B7F3C5E905A0}" dt="2026-03-16T09:40:10.808" v="2307" actId="26606"/>
          <ac:spMkLst>
            <pc:docMk/>
            <pc:sldMk cId="1412634538" sldId="256"/>
            <ac:spMk id="200" creationId="{41F77738-2AF0-4750-A0C7-F97C2C17590E}"/>
          </ac:spMkLst>
        </pc:spChg>
        <pc:spChg chg="add del">
          <ac:chgData name="Middleton, FS, Miss [fmiddleton@sun.ac.za]" userId="3d1ab7f5-479f-45c8-892f-75d569044a2c" providerId="ADAL" clId="{503A42E0-A9D8-410F-9C3E-B7F3C5E905A0}" dt="2026-03-16T09:40:29.166" v="2310" actId="26606"/>
          <ac:spMkLst>
            <pc:docMk/>
            <pc:sldMk cId="1412634538" sldId="256"/>
            <ac:spMk id="202" creationId="{0E30439A-8A5B-46EC-8283-9B6B031D40D0}"/>
          </ac:spMkLst>
        </pc:spChg>
        <pc:spChg chg="add del">
          <ac:chgData name="Middleton, FS, Miss [fmiddleton@sun.ac.za]" userId="3d1ab7f5-479f-45c8-892f-75d569044a2c" providerId="ADAL" clId="{503A42E0-A9D8-410F-9C3E-B7F3C5E905A0}" dt="2026-03-16T09:40:29.166" v="2310" actId="26606"/>
          <ac:spMkLst>
            <pc:docMk/>
            <pc:sldMk cId="1412634538" sldId="256"/>
            <ac:spMk id="203" creationId="{5CEAD642-85CF-4750-8432-7C80C901F001}"/>
          </ac:spMkLst>
        </pc:spChg>
        <pc:spChg chg="add del">
          <ac:chgData name="Middleton, FS, Miss [fmiddleton@sun.ac.za]" userId="3d1ab7f5-479f-45c8-892f-75d569044a2c" providerId="ADAL" clId="{503A42E0-A9D8-410F-9C3E-B7F3C5E905A0}" dt="2026-03-16T09:40:29.166" v="2310" actId="26606"/>
          <ac:spMkLst>
            <pc:docMk/>
            <pc:sldMk cId="1412634538" sldId="256"/>
            <ac:spMk id="204" creationId="{FA33EEAE-15D5-4119-8C1E-89D943F911EF}"/>
          </ac:spMkLst>
        </pc:spChg>
        <pc:spChg chg="add del">
          <ac:chgData name="Middleton, FS, Miss [fmiddleton@sun.ac.za]" userId="3d1ab7f5-479f-45c8-892f-75d569044a2c" providerId="ADAL" clId="{503A42E0-A9D8-410F-9C3E-B7F3C5E905A0}" dt="2026-03-16T09:40:29.166" v="2310" actId="26606"/>
          <ac:spMkLst>
            <pc:docMk/>
            <pc:sldMk cId="1412634538" sldId="256"/>
            <ac:spMk id="205" creationId="{730D8B3B-9B80-4025-B934-26DC7D7CD231}"/>
          </ac:spMkLst>
        </pc:spChg>
        <pc:spChg chg="add del">
          <ac:chgData name="Middleton, FS, Miss [fmiddleton@sun.ac.za]" userId="3d1ab7f5-479f-45c8-892f-75d569044a2c" providerId="ADAL" clId="{503A42E0-A9D8-410F-9C3E-B7F3C5E905A0}" dt="2026-03-16T09:40:29.166" v="2310" actId="26606"/>
          <ac:spMkLst>
            <pc:docMk/>
            <pc:sldMk cId="1412634538" sldId="256"/>
            <ac:spMk id="206" creationId="{B5A1B09C-1565-46F8-B70F-621C5EB48A09}"/>
          </ac:spMkLst>
        </pc:spChg>
        <pc:spChg chg="add del">
          <ac:chgData name="Middleton, FS, Miss [fmiddleton@sun.ac.za]" userId="3d1ab7f5-479f-45c8-892f-75d569044a2c" providerId="ADAL" clId="{503A42E0-A9D8-410F-9C3E-B7F3C5E905A0}" dt="2026-03-16T09:40:29.166" v="2310" actId="26606"/>
          <ac:spMkLst>
            <pc:docMk/>
            <pc:sldMk cId="1412634538" sldId="256"/>
            <ac:spMk id="207" creationId="{8C516CC8-80AC-446C-A56E-9F54B7210402}"/>
          </ac:spMkLst>
        </pc:spChg>
        <pc:spChg chg="add del">
          <ac:chgData name="Middleton, FS, Miss [fmiddleton@sun.ac.za]" userId="3d1ab7f5-479f-45c8-892f-75d569044a2c" providerId="ADAL" clId="{503A42E0-A9D8-410F-9C3E-B7F3C5E905A0}" dt="2026-03-16T09:40:29.166" v="2310" actId="26606"/>
          <ac:spMkLst>
            <pc:docMk/>
            <pc:sldMk cId="1412634538" sldId="256"/>
            <ac:spMk id="208" creationId="{53947E58-F088-49F1-A3D1-DEA690192E84}"/>
          </ac:spMkLst>
        </pc:spChg>
        <pc:spChg chg="add">
          <ac:chgData name="Middleton, FS, Miss [fmiddleton@sun.ac.za]" userId="3d1ab7f5-479f-45c8-892f-75d569044a2c" providerId="ADAL" clId="{503A42E0-A9D8-410F-9C3E-B7F3C5E905A0}" dt="2026-03-16T09:40:29.166" v="2310" actId="26606"/>
          <ac:spMkLst>
            <pc:docMk/>
            <pc:sldMk cId="1412634538" sldId="256"/>
            <ac:spMk id="215" creationId="{8C459BAD-4279-4A9D-B0C5-662C5F5ED21F}"/>
          </ac:spMkLst>
        </pc:spChg>
        <pc:spChg chg="add">
          <ac:chgData name="Middleton, FS, Miss [fmiddleton@sun.ac.za]" userId="3d1ab7f5-479f-45c8-892f-75d569044a2c" providerId="ADAL" clId="{503A42E0-A9D8-410F-9C3E-B7F3C5E905A0}" dt="2026-03-16T09:40:29.166" v="2310" actId="26606"/>
          <ac:spMkLst>
            <pc:docMk/>
            <pc:sldMk cId="1412634538" sldId="256"/>
            <ac:spMk id="217" creationId="{0953BC39-9D68-40BE-BF3C-5C4EB782AF94}"/>
          </ac:spMkLst>
        </pc:spChg>
        <pc:grpChg chg="add del">
          <ac:chgData name="Middleton, FS, Miss [fmiddleton@sun.ac.za]" userId="3d1ab7f5-479f-45c8-892f-75d569044a2c" providerId="ADAL" clId="{503A42E0-A9D8-410F-9C3E-B7F3C5E905A0}" dt="2026-03-16T09:39:55.362" v="2305" actId="26606"/>
          <ac:grpSpMkLst>
            <pc:docMk/>
            <pc:sldMk cId="1412634538" sldId="256"/>
            <ac:grpSpMk id="19" creationId="{66FB5A75-BDE2-4F12-A95B-C48788A7685C}"/>
          </ac:grpSpMkLst>
        </pc:grpChg>
      </pc:sldChg>
      <pc:sldChg chg="modSp mod ord">
        <pc:chgData name="Middleton, FS, Miss [fmiddleton@sun.ac.za]" userId="3d1ab7f5-479f-45c8-892f-75d569044a2c" providerId="ADAL" clId="{503A42E0-A9D8-410F-9C3E-B7F3C5E905A0}" dt="2026-03-16T10:18:01.336" v="2676" actId="20577"/>
        <pc:sldMkLst>
          <pc:docMk/>
          <pc:sldMk cId="523121525" sldId="257"/>
        </pc:sldMkLst>
        <pc:spChg chg="mod">
          <ac:chgData name="Middleton, FS, Miss [fmiddleton@sun.ac.za]" userId="3d1ab7f5-479f-45c8-892f-75d569044a2c" providerId="ADAL" clId="{503A42E0-A9D8-410F-9C3E-B7F3C5E905A0}" dt="2026-03-16T10:18:01.336" v="2676" actId="20577"/>
          <ac:spMkLst>
            <pc:docMk/>
            <pc:sldMk cId="523121525" sldId="257"/>
            <ac:spMk id="3" creationId="{A7F982D5-C793-9275-93F3-5CC2321085C3}"/>
          </ac:spMkLst>
        </pc:spChg>
      </pc:sldChg>
      <pc:sldChg chg="addSp delSp modSp new mod ord delAnim modAnim modNotesTx">
        <pc:chgData name="Middleton, FS, Miss [fmiddleton@sun.ac.za]" userId="3d1ab7f5-479f-45c8-892f-75d569044a2c" providerId="ADAL" clId="{503A42E0-A9D8-410F-9C3E-B7F3C5E905A0}" dt="2026-03-16T13:52:20.984" v="3382" actId="20577"/>
        <pc:sldMkLst>
          <pc:docMk/>
          <pc:sldMk cId="3560909027" sldId="258"/>
        </pc:sldMkLst>
        <pc:spChg chg="add mod">
          <ac:chgData name="Middleton, FS, Miss [fmiddleton@sun.ac.za]" userId="3d1ab7f5-479f-45c8-892f-75d569044a2c" providerId="ADAL" clId="{503A42E0-A9D8-410F-9C3E-B7F3C5E905A0}" dt="2026-03-16T10:27:08.929" v="3115" actId="1076"/>
          <ac:spMkLst>
            <pc:docMk/>
            <pc:sldMk cId="3560909027" sldId="258"/>
            <ac:spMk id="2" creationId="{07B18D94-022B-4A96-B1EB-94C466757647}"/>
          </ac:spMkLst>
        </pc:spChg>
        <pc:spChg chg="add mod">
          <ac:chgData name="Middleton, FS, Miss [fmiddleton@sun.ac.za]" userId="3d1ab7f5-479f-45c8-892f-75d569044a2c" providerId="ADAL" clId="{503A42E0-A9D8-410F-9C3E-B7F3C5E905A0}" dt="2026-03-16T10:27:08.929" v="3115" actId="1076"/>
          <ac:spMkLst>
            <pc:docMk/>
            <pc:sldMk cId="3560909027" sldId="258"/>
            <ac:spMk id="4" creationId="{1DD475A5-78EE-F0BA-C05B-87CDE1C1564D}"/>
          </ac:spMkLst>
        </pc:spChg>
        <pc:spChg chg="add mod">
          <ac:chgData name="Middleton, FS, Miss [fmiddleton@sun.ac.za]" userId="3d1ab7f5-479f-45c8-892f-75d569044a2c" providerId="ADAL" clId="{503A42E0-A9D8-410F-9C3E-B7F3C5E905A0}" dt="2026-03-16T10:27:08.929" v="3115" actId="1076"/>
          <ac:spMkLst>
            <pc:docMk/>
            <pc:sldMk cId="3560909027" sldId="258"/>
            <ac:spMk id="5" creationId="{02214D85-ED6F-502A-EE87-186AE8041072}"/>
          </ac:spMkLst>
        </pc:spChg>
        <pc:spChg chg="add mod">
          <ac:chgData name="Middleton, FS, Miss [fmiddleton@sun.ac.za]" userId="3d1ab7f5-479f-45c8-892f-75d569044a2c" providerId="ADAL" clId="{503A42E0-A9D8-410F-9C3E-B7F3C5E905A0}" dt="2026-03-16T10:27:08.929" v="3115" actId="1076"/>
          <ac:spMkLst>
            <pc:docMk/>
            <pc:sldMk cId="3560909027" sldId="258"/>
            <ac:spMk id="8" creationId="{DFEA6F15-E485-41D9-55F2-A8AEB8F8AD63}"/>
          </ac:spMkLst>
        </pc:spChg>
        <pc:spChg chg="add mod">
          <ac:chgData name="Middleton, FS, Miss [fmiddleton@sun.ac.za]" userId="3d1ab7f5-479f-45c8-892f-75d569044a2c" providerId="ADAL" clId="{503A42E0-A9D8-410F-9C3E-B7F3C5E905A0}" dt="2026-03-16T10:27:08.929" v="3115" actId="1076"/>
          <ac:spMkLst>
            <pc:docMk/>
            <pc:sldMk cId="3560909027" sldId="258"/>
            <ac:spMk id="9" creationId="{D8FC9699-0E37-C068-ABF9-FF197FC9D530}"/>
          </ac:spMkLst>
        </pc:spChg>
        <pc:spChg chg="add mod">
          <ac:chgData name="Middleton, FS, Miss [fmiddleton@sun.ac.za]" userId="3d1ab7f5-479f-45c8-892f-75d569044a2c" providerId="ADAL" clId="{503A42E0-A9D8-410F-9C3E-B7F3C5E905A0}" dt="2026-03-16T10:02:09.064" v="2475" actId="1076"/>
          <ac:spMkLst>
            <pc:docMk/>
            <pc:sldMk cId="3560909027" sldId="258"/>
            <ac:spMk id="10" creationId="{BE396D73-6822-DAE4-10C1-02E575DAE08C}"/>
          </ac:spMkLst>
        </pc:spChg>
        <pc:spChg chg="add mod">
          <ac:chgData name="Middleton, FS, Miss [fmiddleton@sun.ac.za]" userId="3d1ab7f5-479f-45c8-892f-75d569044a2c" providerId="ADAL" clId="{503A42E0-A9D8-410F-9C3E-B7F3C5E905A0}" dt="2026-03-16T10:09:04.382" v="2528" actId="20577"/>
          <ac:spMkLst>
            <pc:docMk/>
            <pc:sldMk cId="3560909027" sldId="258"/>
            <ac:spMk id="11" creationId="{07B97DE4-CD3A-09A9-AB13-B3A3F8E96BFD}"/>
          </ac:spMkLst>
        </pc:spChg>
        <pc:spChg chg="add mod">
          <ac:chgData name="Middleton, FS, Miss [fmiddleton@sun.ac.za]" userId="3d1ab7f5-479f-45c8-892f-75d569044a2c" providerId="ADAL" clId="{503A42E0-A9D8-410F-9C3E-B7F3C5E905A0}" dt="2026-03-16T10:27:08.929" v="3115" actId="1076"/>
          <ac:spMkLst>
            <pc:docMk/>
            <pc:sldMk cId="3560909027" sldId="258"/>
            <ac:spMk id="12" creationId="{49942104-0481-F585-7AEE-C699A229854C}"/>
          </ac:spMkLst>
        </pc:spChg>
        <pc:spChg chg="add mod">
          <ac:chgData name="Middleton, FS, Miss [fmiddleton@sun.ac.za]" userId="3d1ab7f5-479f-45c8-892f-75d569044a2c" providerId="ADAL" clId="{503A42E0-A9D8-410F-9C3E-B7F3C5E905A0}" dt="2026-03-16T10:27:08.929" v="3115" actId="1076"/>
          <ac:spMkLst>
            <pc:docMk/>
            <pc:sldMk cId="3560909027" sldId="258"/>
            <ac:spMk id="13" creationId="{20FE5776-11E0-21AF-9CAF-272475E3252E}"/>
          </ac:spMkLst>
        </pc:spChg>
        <pc:spChg chg="add del mod">
          <ac:chgData name="Middleton, FS, Miss [fmiddleton@sun.ac.za]" userId="3d1ab7f5-479f-45c8-892f-75d569044a2c" providerId="ADAL" clId="{503A42E0-A9D8-410F-9C3E-B7F3C5E905A0}" dt="2026-03-16T10:01:33.631" v="2467"/>
          <ac:spMkLst>
            <pc:docMk/>
            <pc:sldMk cId="3560909027" sldId="258"/>
            <ac:spMk id="15" creationId="{4842225C-D1E8-0FC0-186A-03B17419CDA0}"/>
          </ac:spMkLst>
        </pc:spChg>
        <pc:spChg chg="add mod">
          <ac:chgData name="Middleton, FS, Miss [fmiddleton@sun.ac.za]" userId="3d1ab7f5-479f-45c8-892f-75d569044a2c" providerId="ADAL" clId="{503A42E0-A9D8-410F-9C3E-B7F3C5E905A0}" dt="2026-03-16T10:27:08.929" v="3115" actId="1076"/>
          <ac:spMkLst>
            <pc:docMk/>
            <pc:sldMk cId="3560909027" sldId="258"/>
            <ac:spMk id="16" creationId="{4ADD0350-E010-BB61-F9FB-BA5AC336ED05}"/>
          </ac:spMkLst>
        </pc:spChg>
        <pc:spChg chg="add mod">
          <ac:chgData name="Middleton, FS, Miss [fmiddleton@sun.ac.za]" userId="3d1ab7f5-479f-45c8-892f-75d569044a2c" providerId="ADAL" clId="{503A42E0-A9D8-410F-9C3E-B7F3C5E905A0}" dt="2026-03-16T10:27:08.929" v="3115" actId="1076"/>
          <ac:spMkLst>
            <pc:docMk/>
            <pc:sldMk cId="3560909027" sldId="258"/>
            <ac:spMk id="17" creationId="{220CD619-DD17-DADD-9470-C19770DF732B}"/>
          </ac:spMkLst>
        </pc:spChg>
        <pc:spChg chg="add mod">
          <ac:chgData name="Middleton, FS, Miss [fmiddleton@sun.ac.za]" userId="3d1ab7f5-479f-45c8-892f-75d569044a2c" providerId="ADAL" clId="{503A42E0-A9D8-410F-9C3E-B7F3C5E905A0}" dt="2026-03-16T13:21:35.734" v="3220" actId="1076"/>
          <ac:spMkLst>
            <pc:docMk/>
            <pc:sldMk cId="3560909027" sldId="258"/>
            <ac:spMk id="18" creationId="{3FD0F466-3250-2659-D6E3-8DC11E3CC06B}"/>
          </ac:spMkLst>
        </pc:spChg>
        <pc:spChg chg="add del mod">
          <ac:chgData name="Middleton, FS, Miss [fmiddleton@sun.ac.za]" userId="3d1ab7f5-479f-45c8-892f-75d569044a2c" providerId="ADAL" clId="{503A42E0-A9D8-410F-9C3E-B7F3C5E905A0}" dt="2026-03-16T10:15:52.517" v="2599"/>
          <ac:spMkLst>
            <pc:docMk/>
            <pc:sldMk cId="3560909027" sldId="258"/>
            <ac:spMk id="21" creationId="{082E5B8A-E6B3-FD6C-8839-74890EC9ADF2}"/>
          </ac:spMkLst>
        </pc:spChg>
        <pc:spChg chg="add del mod">
          <ac:chgData name="Middleton, FS, Miss [fmiddleton@sun.ac.za]" userId="3d1ab7f5-479f-45c8-892f-75d569044a2c" providerId="ADAL" clId="{503A42E0-A9D8-410F-9C3E-B7F3C5E905A0}" dt="2026-03-16T10:26:48.723" v="3090" actId="478"/>
          <ac:spMkLst>
            <pc:docMk/>
            <pc:sldMk cId="3560909027" sldId="258"/>
            <ac:spMk id="22" creationId="{B89E1FC3-FE02-1501-0C42-F066190080AE}"/>
          </ac:spMkLst>
        </pc:spChg>
        <pc:spChg chg="add del mod">
          <ac:chgData name="Middleton, FS, Miss [fmiddleton@sun.ac.za]" userId="3d1ab7f5-479f-45c8-892f-75d569044a2c" providerId="ADAL" clId="{503A42E0-A9D8-410F-9C3E-B7F3C5E905A0}" dt="2026-03-16T10:27:11.117" v="3116" actId="21"/>
          <ac:spMkLst>
            <pc:docMk/>
            <pc:sldMk cId="3560909027" sldId="258"/>
            <ac:spMk id="23" creationId="{C6164E86-2754-8A0C-2940-D85B932B225F}"/>
          </ac:spMkLst>
        </pc:spChg>
        <pc:spChg chg="add del mod">
          <ac:chgData name="Middleton, FS, Miss [fmiddleton@sun.ac.za]" userId="3d1ab7f5-479f-45c8-892f-75d569044a2c" providerId="ADAL" clId="{503A42E0-A9D8-410F-9C3E-B7F3C5E905A0}" dt="2026-03-16T10:27:15.418" v="3118" actId="478"/>
          <ac:spMkLst>
            <pc:docMk/>
            <pc:sldMk cId="3560909027" sldId="258"/>
            <ac:spMk id="25" creationId="{52614A39-BBA8-0C6D-9A8C-06EFA2114BD8}"/>
          </ac:spMkLst>
        </pc:spChg>
        <pc:spChg chg="add mod">
          <ac:chgData name="Middleton, FS, Miss [fmiddleton@sun.ac.za]" userId="3d1ab7f5-479f-45c8-892f-75d569044a2c" providerId="ADAL" clId="{503A42E0-A9D8-410F-9C3E-B7F3C5E905A0}" dt="2026-03-16T10:27:12.401" v="3117"/>
          <ac:spMkLst>
            <pc:docMk/>
            <pc:sldMk cId="3560909027" sldId="258"/>
            <ac:spMk id="26" creationId="{C6164E86-2754-8A0C-2940-D85B932B225F}"/>
          </ac:spMkLst>
        </pc:spChg>
        <pc:grpChg chg="add mod">
          <ac:chgData name="Middleton, FS, Miss [fmiddleton@sun.ac.za]" userId="3d1ab7f5-479f-45c8-892f-75d569044a2c" providerId="ADAL" clId="{503A42E0-A9D8-410F-9C3E-B7F3C5E905A0}" dt="2026-03-16T09:42:24.998" v="2356" actId="164"/>
          <ac:grpSpMkLst>
            <pc:docMk/>
            <pc:sldMk cId="3560909027" sldId="258"/>
            <ac:grpSpMk id="3" creationId="{06D21072-6D4A-6AFE-092F-7DA801865709}"/>
          </ac:grpSpMkLst>
        </pc:grpChg>
        <pc:grpChg chg="add mod">
          <ac:chgData name="Middleton, FS, Miss [fmiddleton@sun.ac.za]" userId="3d1ab7f5-479f-45c8-892f-75d569044a2c" providerId="ADAL" clId="{503A42E0-A9D8-410F-9C3E-B7F3C5E905A0}" dt="2026-03-16T09:43:23.762" v="2368" actId="164"/>
          <ac:grpSpMkLst>
            <pc:docMk/>
            <pc:sldMk cId="3560909027" sldId="258"/>
            <ac:grpSpMk id="6" creationId="{4201F7F9-4467-4E6B-0C08-EE7FF67E2172}"/>
          </ac:grpSpMkLst>
        </pc:grpChg>
        <pc:grpChg chg="add mod">
          <ac:chgData name="Middleton, FS, Miss [fmiddleton@sun.ac.za]" userId="3d1ab7f5-479f-45c8-892f-75d569044a2c" providerId="ADAL" clId="{503A42E0-A9D8-410F-9C3E-B7F3C5E905A0}" dt="2026-03-16T09:43:35.463" v="2369" actId="164"/>
          <ac:grpSpMkLst>
            <pc:docMk/>
            <pc:sldMk cId="3560909027" sldId="258"/>
            <ac:grpSpMk id="7" creationId="{1103B936-5906-4F5D-2248-78F338FBEF22}"/>
          </ac:grpSpMkLst>
        </pc:grpChg>
        <pc:grpChg chg="add del mod">
          <ac:chgData name="Middleton, FS, Miss [fmiddleton@sun.ac.za]" userId="3d1ab7f5-479f-45c8-892f-75d569044a2c" providerId="ADAL" clId="{503A42E0-A9D8-410F-9C3E-B7F3C5E905A0}" dt="2026-03-16T13:21:15.363" v="3184" actId="478"/>
          <ac:grpSpMkLst>
            <pc:docMk/>
            <pc:sldMk cId="3560909027" sldId="258"/>
            <ac:grpSpMk id="14" creationId="{6ED0880B-41DD-7660-05AB-02B3249FE3EB}"/>
          </ac:grpSpMkLst>
        </pc:grpChg>
        <pc:grpChg chg="add mod">
          <ac:chgData name="Middleton, FS, Miss [fmiddleton@sun.ac.za]" userId="3d1ab7f5-479f-45c8-892f-75d569044a2c" providerId="ADAL" clId="{503A42E0-A9D8-410F-9C3E-B7F3C5E905A0}" dt="2026-03-16T10:02:54.233" v="2486" actId="164"/>
          <ac:grpSpMkLst>
            <pc:docMk/>
            <pc:sldMk cId="3560909027" sldId="258"/>
            <ac:grpSpMk id="19" creationId="{E6BE518B-E323-F82E-32E1-D2B3DE0EDA95}"/>
          </ac:grpSpMkLst>
        </pc:grpChg>
        <pc:picChg chg="add mod">
          <ac:chgData name="Middleton, FS, Miss [fmiddleton@sun.ac.za]" userId="3d1ab7f5-479f-45c8-892f-75d569044a2c" providerId="ADAL" clId="{503A42E0-A9D8-410F-9C3E-B7F3C5E905A0}" dt="2026-03-16T10:01:50.028" v="2471" actId="732"/>
          <ac:picMkLst>
            <pc:docMk/>
            <pc:sldMk cId="3560909027" sldId="258"/>
            <ac:picMk id="1026" creationId="{3774E664-EFF7-6B4A-7704-5519D6CBC152}"/>
          </ac:picMkLst>
        </pc:picChg>
      </pc:sldChg>
      <pc:sldChg chg="addSp delSp modSp new mod ord setBg">
        <pc:chgData name="Middleton, FS, Miss [fmiddleton@sun.ac.za]" userId="3d1ab7f5-479f-45c8-892f-75d569044a2c" providerId="ADAL" clId="{503A42E0-A9D8-410F-9C3E-B7F3C5E905A0}" dt="2026-03-16T09:55:26.615" v="2442" actId="113"/>
        <pc:sldMkLst>
          <pc:docMk/>
          <pc:sldMk cId="3754348882" sldId="259"/>
        </pc:sldMkLst>
        <pc:spChg chg="mod">
          <ac:chgData name="Middleton, FS, Miss [fmiddleton@sun.ac.za]" userId="3d1ab7f5-479f-45c8-892f-75d569044a2c" providerId="ADAL" clId="{503A42E0-A9D8-410F-9C3E-B7F3C5E905A0}" dt="2026-03-16T09:40:35.591" v="2313" actId="26606"/>
          <ac:spMkLst>
            <pc:docMk/>
            <pc:sldMk cId="3754348882" sldId="259"/>
            <ac:spMk id="2" creationId="{F85F1780-D604-9EF5-37D9-25A50F7D9B7D}"/>
          </ac:spMkLst>
        </pc:spChg>
        <pc:spChg chg="mod ord">
          <ac:chgData name="Middleton, FS, Miss [fmiddleton@sun.ac.za]" userId="3d1ab7f5-479f-45c8-892f-75d569044a2c" providerId="ADAL" clId="{503A42E0-A9D8-410F-9C3E-B7F3C5E905A0}" dt="2026-03-16T09:55:26.615" v="2442" actId="113"/>
          <ac:spMkLst>
            <pc:docMk/>
            <pc:sldMk cId="3754348882" sldId="259"/>
            <ac:spMk id="3" creationId="{3D02BBD6-BBF3-1785-D40B-28AC2FE7E0AF}"/>
          </ac:spMkLst>
        </pc:spChg>
        <pc:spChg chg="add del">
          <ac:chgData name="Middleton, FS, Miss [fmiddleton@sun.ac.za]" userId="3d1ab7f5-479f-45c8-892f-75d569044a2c" providerId="ADAL" clId="{503A42E0-A9D8-410F-9C3E-B7F3C5E905A0}" dt="2026-03-16T09:40:35.591" v="2313" actId="26606"/>
          <ac:spMkLst>
            <pc:docMk/>
            <pc:sldMk cId="3754348882" sldId="259"/>
            <ac:spMk id="2055" creationId="{3346177D-ADC4-4968-B747-5CFCD390B5B9}"/>
          </ac:spMkLst>
        </pc:spChg>
        <pc:spChg chg="add del">
          <ac:chgData name="Middleton, FS, Miss [fmiddleton@sun.ac.za]" userId="3d1ab7f5-479f-45c8-892f-75d569044a2c" providerId="ADAL" clId="{503A42E0-A9D8-410F-9C3E-B7F3C5E905A0}" dt="2026-03-16T09:40:35.591" v="2313" actId="26606"/>
          <ac:spMkLst>
            <pc:docMk/>
            <pc:sldMk cId="3754348882" sldId="259"/>
            <ac:spMk id="2057" creationId="{0844A943-BF79-4FEA-ABB1-3BD54D236606}"/>
          </ac:spMkLst>
        </pc:spChg>
        <pc:spChg chg="add del">
          <ac:chgData name="Middleton, FS, Miss [fmiddleton@sun.ac.za]" userId="3d1ab7f5-479f-45c8-892f-75d569044a2c" providerId="ADAL" clId="{503A42E0-A9D8-410F-9C3E-B7F3C5E905A0}" dt="2026-03-16T09:40:35.591" v="2313" actId="26606"/>
          <ac:spMkLst>
            <pc:docMk/>
            <pc:sldMk cId="3754348882" sldId="259"/>
            <ac:spMk id="2059" creationId="{6437CC72-F4A8-4DC3-AFAB-D22C482C8100}"/>
          </ac:spMkLst>
        </pc:spChg>
        <pc:spChg chg="add del">
          <ac:chgData name="Middleton, FS, Miss [fmiddleton@sun.ac.za]" userId="3d1ab7f5-479f-45c8-892f-75d569044a2c" providerId="ADAL" clId="{503A42E0-A9D8-410F-9C3E-B7F3C5E905A0}" dt="2026-03-16T09:40:35.591" v="2312" actId="26606"/>
          <ac:spMkLst>
            <pc:docMk/>
            <pc:sldMk cId="3754348882" sldId="259"/>
            <ac:spMk id="2064" creationId="{743AA782-23D1-4521-8CAD-47662984AA08}"/>
          </ac:spMkLst>
        </pc:spChg>
        <pc:spChg chg="add del">
          <ac:chgData name="Middleton, FS, Miss [fmiddleton@sun.ac.za]" userId="3d1ab7f5-479f-45c8-892f-75d569044a2c" providerId="ADAL" clId="{503A42E0-A9D8-410F-9C3E-B7F3C5E905A0}" dt="2026-03-16T09:40:35.591" v="2312" actId="26606"/>
          <ac:spMkLst>
            <pc:docMk/>
            <pc:sldMk cId="3754348882" sldId="259"/>
            <ac:spMk id="2066" creationId="{71877DBC-BB60-40F0-AC93-2ACDBAAE60CE}"/>
          </ac:spMkLst>
        </pc:spChg>
        <pc:spChg chg="add">
          <ac:chgData name="Middleton, FS, Miss [fmiddleton@sun.ac.za]" userId="3d1ab7f5-479f-45c8-892f-75d569044a2c" providerId="ADAL" clId="{503A42E0-A9D8-410F-9C3E-B7F3C5E905A0}" dt="2026-03-16T09:40:35.591" v="2313" actId="26606"/>
          <ac:spMkLst>
            <pc:docMk/>
            <pc:sldMk cId="3754348882" sldId="259"/>
            <ac:spMk id="2068" creationId="{7B831B6F-405A-4B47-B9BB-5CA88F285844}"/>
          </ac:spMkLst>
        </pc:spChg>
        <pc:spChg chg="add">
          <ac:chgData name="Middleton, FS, Miss [fmiddleton@sun.ac.za]" userId="3d1ab7f5-479f-45c8-892f-75d569044a2c" providerId="ADAL" clId="{503A42E0-A9D8-410F-9C3E-B7F3C5E905A0}" dt="2026-03-16T09:40:35.591" v="2313" actId="26606"/>
          <ac:spMkLst>
            <pc:docMk/>
            <pc:sldMk cId="3754348882" sldId="259"/>
            <ac:spMk id="2069" creationId="{953EE71A-6488-4203-A7C4-77102FD0DCCA}"/>
          </ac:spMkLst>
        </pc:spChg>
        <pc:picChg chg="add mod ord">
          <ac:chgData name="Middleton, FS, Miss [fmiddleton@sun.ac.za]" userId="3d1ab7f5-479f-45c8-892f-75d569044a2c" providerId="ADAL" clId="{503A42E0-A9D8-410F-9C3E-B7F3C5E905A0}" dt="2026-03-16T09:40:35.591" v="2313" actId="26606"/>
          <ac:picMkLst>
            <pc:docMk/>
            <pc:sldMk cId="3754348882" sldId="259"/>
            <ac:picMk id="2050" creationId="{21083457-4878-1C1C-06EC-1DF519F5A28A}"/>
          </ac:picMkLst>
        </pc:picChg>
      </pc:sldChg>
      <pc:sldChg chg="addSp delSp modSp new mod ord setBg">
        <pc:chgData name="Middleton, FS, Miss [fmiddleton@sun.ac.za]" userId="3d1ab7f5-479f-45c8-892f-75d569044a2c" providerId="ADAL" clId="{503A42E0-A9D8-410F-9C3E-B7F3C5E905A0}" dt="2026-03-16T13:28:18.010" v="3287" actId="20577"/>
        <pc:sldMkLst>
          <pc:docMk/>
          <pc:sldMk cId="1238075120" sldId="260"/>
        </pc:sldMkLst>
        <pc:spChg chg="mod">
          <ac:chgData name="Middleton, FS, Miss [fmiddleton@sun.ac.za]" userId="3d1ab7f5-479f-45c8-892f-75d569044a2c" providerId="ADAL" clId="{503A42E0-A9D8-410F-9C3E-B7F3C5E905A0}" dt="2026-03-16T13:28:18.010" v="3287" actId="20577"/>
          <ac:spMkLst>
            <pc:docMk/>
            <pc:sldMk cId="1238075120" sldId="260"/>
            <ac:spMk id="2" creationId="{E4D62D9A-CA8E-6ADB-02F3-F07AD075C039}"/>
          </ac:spMkLst>
        </pc:spChg>
        <pc:spChg chg="mod">
          <ac:chgData name="Middleton, FS, Miss [fmiddleton@sun.ac.za]" userId="3d1ab7f5-479f-45c8-892f-75d569044a2c" providerId="ADAL" clId="{503A42E0-A9D8-410F-9C3E-B7F3C5E905A0}" dt="2026-03-16T09:56:22.383" v="2447" actId="20577"/>
          <ac:spMkLst>
            <pc:docMk/>
            <pc:sldMk cId="1238075120" sldId="260"/>
            <ac:spMk id="3" creationId="{ECBB72AE-988B-E5FD-35F4-800852426FCC}"/>
          </ac:spMkLst>
        </pc:spChg>
        <pc:spChg chg="add del">
          <ac:chgData name="Middleton, FS, Miss [fmiddleton@sun.ac.za]" userId="3d1ab7f5-479f-45c8-892f-75d569044a2c" providerId="ADAL" clId="{503A42E0-A9D8-410F-9C3E-B7F3C5E905A0}" dt="2026-03-16T09:40:40.836" v="2314" actId="26606"/>
          <ac:spMkLst>
            <pc:docMk/>
            <pc:sldMk cId="1238075120" sldId="260"/>
            <ac:spMk id="9" creationId="{04812C46-200A-4DEB-A05E-3ED6C68C2387}"/>
          </ac:spMkLst>
        </pc:spChg>
        <pc:spChg chg="add del">
          <ac:chgData name="Middleton, FS, Miss [fmiddleton@sun.ac.za]" userId="3d1ab7f5-479f-45c8-892f-75d569044a2c" providerId="ADAL" clId="{503A42E0-A9D8-410F-9C3E-B7F3C5E905A0}" dt="2026-03-16T09:40:40.836" v="2314" actId="26606"/>
          <ac:spMkLst>
            <pc:docMk/>
            <pc:sldMk cId="1238075120" sldId="260"/>
            <ac:spMk id="11" creationId="{D1EA859B-E555-4109-94F3-6700E046E008}"/>
          </ac:spMkLst>
        </pc:spChg>
        <pc:spChg chg="add">
          <ac:chgData name="Middleton, FS, Miss [fmiddleton@sun.ac.za]" userId="3d1ab7f5-479f-45c8-892f-75d569044a2c" providerId="ADAL" clId="{503A42E0-A9D8-410F-9C3E-B7F3C5E905A0}" dt="2026-03-16T09:40:40.836" v="2314" actId="26606"/>
          <ac:spMkLst>
            <pc:docMk/>
            <pc:sldMk cId="1238075120" sldId="260"/>
            <ac:spMk id="16" creationId="{7B831B6F-405A-4B47-B9BB-5CA88F285844}"/>
          </ac:spMkLst>
        </pc:spChg>
        <pc:spChg chg="add">
          <ac:chgData name="Middleton, FS, Miss [fmiddleton@sun.ac.za]" userId="3d1ab7f5-479f-45c8-892f-75d569044a2c" providerId="ADAL" clId="{503A42E0-A9D8-410F-9C3E-B7F3C5E905A0}" dt="2026-03-16T09:40:40.836" v="2314" actId="26606"/>
          <ac:spMkLst>
            <pc:docMk/>
            <pc:sldMk cId="1238075120" sldId="260"/>
            <ac:spMk id="18" creationId="{953EE71A-6488-4203-A7C4-77102FD0DCCA}"/>
          </ac:spMkLst>
        </pc:spChg>
        <pc:picChg chg="add mod ord">
          <ac:chgData name="Middleton, FS, Miss [fmiddleton@sun.ac.za]" userId="3d1ab7f5-479f-45c8-892f-75d569044a2c" providerId="ADAL" clId="{503A42E0-A9D8-410F-9C3E-B7F3C5E905A0}" dt="2026-03-16T09:40:40.836" v="2314" actId="26606"/>
          <ac:picMkLst>
            <pc:docMk/>
            <pc:sldMk cId="1238075120" sldId="260"/>
            <ac:picMk id="4" creationId="{DFC176EC-ABBF-6607-1674-DE96765D2142}"/>
          </ac:picMkLst>
        </pc:picChg>
      </pc:sldChg>
      <pc:sldChg chg="addSp delSp modSp new del mod ord setBg">
        <pc:chgData name="Middleton, FS, Miss [fmiddleton@sun.ac.za]" userId="3d1ab7f5-479f-45c8-892f-75d569044a2c" providerId="ADAL" clId="{503A42E0-A9D8-410F-9C3E-B7F3C5E905A0}" dt="2026-03-16T10:16:07.187" v="2601" actId="47"/>
        <pc:sldMkLst>
          <pc:docMk/>
          <pc:sldMk cId="206195084" sldId="261"/>
        </pc:sldMkLst>
        <pc:spChg chg="mod">
          <ac:chgData name="Middleton, FS, Miss [fmiddleton@sun.ac.za]" userId="3d1ab7f5-479f-45c8-892f-75d569044a2c" providerId="ADAL" clId="{503A42E0-A9D8-410F-9C3E-B7F3C5E905A0}" dt="2026-03-16T09:40:24.803" v="2309" actId="26606"/>
          <ac:spMkLst>
            <pc:docMk/>
            <pc:sldMk cId="206195084" sldId="261"/>
            <ac:spMk id="2" creationId="{E697E80F-1B66-6F73-4E84-2F35725F9AE1}"/>
          </ac:spMkLst>
        </pc:spChg>
        <pc:spChg chg="mod">
          <ac:chgData name="Middleton, FS, Miss [fmiddleton@sun.ac.za]" userId="3d1ab7f5-479f-45c8-892f-75d569044a2c" providerId="ADAL" clId="{503A42E0-A9D8-410F-9C3E-B7F3C5E905A0}" dt="2026-03-16T10:14:41.482" v="2578" actId="21"/>
          <ac:spMkLst>
            <pc:docMk/>
            <pc:sldMk cId="206195084" sldId="261"/>
            <ac:spMk id="3" creationId="{92FB3F69-DE77-173A-981F-E1CC7C15B7FF}"/>
          </ac:spMkLst>
        </pc:spChg>
        <pc:spChg chg="add">
          <ac:chgData name="Middleton, FS, Miss [fmiddleton@sun.ac.za]" userId="3d1ab7f5-479f-45c8-892f-75d569044a2c" providerId="ADAL" clId="{503A42E0-A9D8-410F-9C3E-B7F3C5E905A0}" dt="2026-03-16T09:40:24.803" v="2309" actId="26606"/>
          <ac:spMkLst>
            <pc:docMk/>
            <pc:sldMk cId="206195084" sldId="261"/>
            <ac:spMk id="8" creationId="{100EDD19-6802-4EC3-95CE-CFFAB042CFD6}"/>
          </ac:spMkLst>
        </pc:spChg>
        <pc:spChg chg="add">
          <ac:chgData name="Middleton, FS, Miss [fmiddleton@sun.ac.za]" userId="3d1ab7f5-479f-45c8-892f-75d569044a2c" providerId="ADAL" clId="{503A42E0-A9D8-410F-9C3E-B7F3C5E905A0}" dt="2026-03-16T09:40:24.803" v="2309" actId="26606"/>
          <ac:spMkLst>
            <pc:docMk/>
            <pc:sldMk cId="206195084" sldId="261"/>
            <ac:spMk id="10" creationId="{DB17E863-922E-4C26-BD64-E8FD41D28661}"/>
          </ac:spMkLst>
        </pc:spChg>
        <pc:picChg chg="add del">
          <ac:chgData name="Middleton, FS, Miss [fmiddleton@sun.ac.za]" userId="3d1ab7f5-479f-45c8-892f-75d569044a2c" providerId="ADAL" clId="{503A42E0-A9D8-410F-9C3E-B7F3C5E905A0}" dt="2026-03-16T10:01:04.103" v="2464" actId="478"/>
          <ac:picMkLst>
            <pc:docMk/>
            <pc:sldMk cId="206195084" sldId="261"/>
            <ac:picMk id="4" creationId="{206E0F8C-2E8B-E656-97AB-452CC84F2893}"/>
          </ac:picMkLst>
        </pc:picChg>
      </pc:sldChg>
      <pc:sldChg chg="modSp new del mod ord">
        <pc:chgData name="Middleton, FS, Miss [fmiddleton@sun.ac.za]" userId="3d1ab7f5-479f-45c8-892f-75d569044a2c" providerId="ADAL" clId="{503A42E0-A9D8-410F-9C3E-B7F3C5E905A0}" dt="2026-03-16T10:26:26.172" v="3088" actId="47"/>
        <pc:sldMkLst>
          <pc:docMk/>
          <pc:sldMk cId="718161159" sldId="262"/>
        </pc:sldMkLst>
      </pc:sldChg>
      <pc:sldChg chg="modSp new del mod">
        <pc:chgData name="Middleton, FS, Miss [fmiddleton@sun.ac.za]" userId="3d1ab7f5-479f-45c8-892f-75d569044a2c" providerId="ADAL" clId="{503A42E0-A9D8-410F-9C3E-B7F3C5E905A0}" dt="2026-03-16T13:06:11.292" v="3154" actId="47"/>
        <pc:sldMkLst>
          <pc:docMk/>
          <pc:sldMk cId="3550848070" sldId="263"/>
        </pc:sldMkLst>
      </pc:sldChg>
      <pc:sldChg chg="addSp modSp new mod">
        <pc:chgData name="Middleton, FS, Miss [fmiddleton@sun.ac.za]" userId="3d1ab7f5-479f-45c8-892f-75d569044a2c" providerId="ADAL" clId="{503A42E0-A9D8-410F-9C3E-B7F3C5E905A0}" dt="2026-03-11T12:12:57.044" v="2102" actId="962"/>
        <pc:sldMkLst>
          <pc:docMk/>
          <pc:sldMk cId="219079411" sldId="264"/>
        </pc:sldMkLst>
        <pc:picChg chg="add mod">
          <ac:chgData name="Middleton, FS, Miss [fmiddleton@sun.ac.za]" userId="3d1ab7f5-479f-45c8-892f-75d569044a2c" providerId="ADAL" clId="{503A42E0-A9D8-410F-9C3E-B7F3C5E905A0}" dt="2026-03-11T12:12:57.044" v="2102" actId="962"/>
          <ac:picMkLst>
            <pc:docMk/>
            <pc:sldMk cId="219079411" sldId="264"/>
            <ac:picMk id="3" creationId="{7322C78F-39F2-CE37-CDA9-A8B47C8853FA}"/>
          </ac:picMkLst>
        </pc:picChg>
      </pc:sldChg>
      <pc:sldChg chg="addSp modSp new mod ord">
        <pc:chgData name="Middleton, FS, Miss [fmiddleton@sun.ac.za]" userId="3d1ab7f5-479f-45c8-892f-75d569044a2c" providerId="ADAL" clId="{503A42E0-A9D8-410F-9C3E-B7F3C5E905A0}" dt="2026-03-11T12:16:40.263" v="2120"/>
        <pc:sldMkLst>
          <pc:docMk/>
          <pc:sldMk cId="3027174754" sldId="265"/>
        </pc:sldMkLst>
        <pc:picChg chg="add mod">
          <ac:chgData name="Middleton, FS, Miss [fmiddleton@sun.ac.za]" userId="3d1ab7f5-479f-45c8-892f-75d569044a2c" providerId="ADAL" clId="{503A42E0-A9D8-410F-9C3E-B7F3C5E905A0}" dt="2026-03-11T12:14:42.178" v="2106" actId="962"/>
          <ac:picMkLst>
            <pc:docMk/>
            <pc:sldMk cId="3027174754" sldId="265"/>
            <ac:picMk id="3" creationId="{287E79D1-9FBE-020D-2ECB-6C83C788FBC3}"/>
          </ac:picMkLst>
        </pc:picChg>
      </pc:sldChg>
      <pc:sldChg chg="addSp modSp new mod ord">
        <pc:chgData name="Middleton, FS, Miss [fmiddleton@sun.ac.za]" userId="3d1ab7f5-479f-45c8-892f-75d569044a2c" providerId="ADAL" clId="{503A42E0-A9D8-410F-9C3E-B7F3C5E905A0}" dt="2026-03-11T12:15:45.195" v="2111" actId="27614"/>
        <pc:sldMkLst>
          <pc:docMk/>
          <pc:sldMk cId="1802988582" sldId="266"/>
        </pc:sldMkLst>
        <pc:picChg chg="add mod">
          <ac:chgData name="Middleton, FS, Miss [fmiddleton@sun.ac.za]" userId="3d1ab7f5-479f-45c8-892f-75d569044a2c" providerId="ADAL" clId="{503A42E0-A9D8-410F-9C3E-B7F3C5E905A0}" dt="2026-03-11T12:15:45.195" v="2111" actId="27614"/>
          <ac:picMkLst>
            <pc:docMk/>
            <pc:sldMk cId="1802988582" sldId="266"/>
            <ac:picMk id="3" creationId="{F9DD3257-B768-22D2-B6AC-D3012B3E101B}"/>
          </ac:picMkLst>
        </pc:picChg>
      </pc:sldChg>
      <pc:sldChg chg="addSp modSp new mod">
        <pc:chgData name="Middleton, FS, Miss [fmiddleton@sun.ac.za]" userId="3d1ab7f5-479f-45c8-892f-75d569044a2c" providerId="ADAL" clId="{503A42E0-A9D8-410F-9C3E-B7F3C5E905A0}" dt="2026-03-11T12:16:37.021" v="2118" actId="27614"/>
        <pc:sldMkLst>
          <pc:docMk/>
          <pc:sldMk cId="3546088646" sldId="267"/>
        </pc:sldMkLst>
        <pc:picChg chg="add mod">
          <ac:chgData name="Middleton, FS, Miss [fmiddleton@sun.ac.za]" userId="3d1ab7f5-479f-45c8-892f-75d569044a2c" providerId="ADAL" clId="{503A42E0-A9D8-410F-9C3E-B7F3C5E905A0}" dt="2026-03-11T12:16:37.021" v="2118" actId="27614"/>
          <ac:picMkLst>
            <pc:docMk/>
            <pc:sldMk cId="3546088646" sldId="267"/>
            <ac:picMk id="3" creationId="{DFAE214E-DA7C-FAB3-57C9-AD01EA739728}"/>
          </ac:picMkLst>
        </pc:picChg>
      </pc:sldChg>
      <pc:sldChg chg="addSp modSp new mod">
        <pc:chgData name="Middleton, FS, Miss [fmiddleton@sun.ac.za]" userId="3d1ab7f5-479f-45c8-892f-75d569044a2c" providerId="ADAL" clId="{503A42E0-A9D8-410F-9C3E-B7F3C5E905A0}" dt="2026-03-11T12:23:05.842" v="2125" actId="962"/>
        <pc:sldMkLst>
          <pc:docMk/>
          <pc:sldMk cId="2699606769" sldId="268"/>
        </pc:sldMkLst>
        <pc:picChg chg="add mod">
          <ac:chgData name="Middleton, FS, Miss [fmiddleton@sun.ac.za]" userId="3d1ab7f5-479f-45c8-892f-75d569044a2c" providerId="ADAL" clId="{503A42E0-A9D8-410F-9C3E-B7F3C5E905A0}" dt="2026-03-11T12:23:05.842" v="2125" actId="962"/>
          <ac:picMkLst>
            <pc:docMk/>
            <pc:sldMk cId="2699606769" sldId="268"/>
            <ac:picMk id="3" creationId="{ADB8FF8B-3981-0586-E665-186A92AF1315}"/>
          </ac:picMkLst>
        </pc:picChg>
      </pc:sldChg>
      <pc:sldChg chg="addSp modSp new mod">
        <pc:chgData name="Middleton, FS, Miss [fmiddleton@sun.ac.za]" userId="3d1ab7f5-479f-45c8-892f-75d569044a2c" providerId="ADAL" clId="{503A42E0-A9D8-410F-9C3E-B7F3C5E905A0}" dt="2026-03-16T13:07:37.390" v="3156" actId="1076"/>
        <pc:sldMkLst>
          <pc:docMk/>
          <pc:sldMk cId="3140710092" sldId="269"/>
        </pc:sldMkLst>
        <pc:picChg chg="add mod">
          <ac:chgData name="Middleton, FS, Miss [fmiddleton@sun.ac.za]" userId="3d1ab7f5-479f-45c8-892f-75d569044a2c" providerId="ADAL" clId="{503A42E0-A9D8-410F-9C3E-B7F3C5E905A0}" dt="2026-03-16T13:07:37.390" v="3156" actId="1076"/>
          <ac:picMkLst>
            <pc:docMk/>
            <pc:sldMk cId="3140710092" sldId="269"/>
            <ac:picMk id="3" creationId="{F643FC20-A99D-FB4D-594A-9F2866059BB2}"/>
          </ac:picMkLst>
        </pc:picChg>
      </pc:sldChg>
      <pc:sldChg chg="addSp modSp new mod">
        <pc:chgData name="Middleton, FS, Miss [fmiddleton@sun.ac.za]" userId="3d1ab7f5-479f-45c8-892f-75d569044a2c" providerId="ADAL" clId="{503A42E0-A9D8-410F-9C3E-B7F3C5E905A0}" dt="2026-03-11T12:29:52.277" v="2132" actId="962"/>
        <pc:sldMkLst>
          <pc:docMk/>
          <pc:sldMk cId="3307885250" sldId="270"/>
        </pc:sldMkLst>
        <pc:picChg chg="add mod">
          <ac:chgData name="Middleton, FS, Miss [fmiddleton@sun.ac.za]" userId="3d1ab7f5-479f-45c8-892f-75d569044a2c" providerId="ADAL" clId="{503A42E0-A9D8-410F-9C3E-B7F3C5E905A0}" dt="2026-03-11T12:29:52.277" v="2132" actId="962"/>
          <ac:picMkLst>
            <pc:docMk/>
            <pc:sldMk cId="3307885250" sldId="270"/>
            <ac:picMk id="3" creationId="{7F2F9BE8-9DFA-BA59-61A6-D7423A148917}"/>
          </ac:picMkLst>
        </pc:picChg>
      </pc:sldChg>
      <pc:sldChg chg="addSp delSp modSp add mod delAnim modAnim">
        <pc:chgData name="Middleton, FS, Miss [fmiddleton@sun.ac.za]" userId="3d1ab7f5-479f-45c8-892f-75d569044a2c" providerId="ADAL" clId="{503A42E0-A9D8-410F-9C3E-B7F3C5E905A0}" dt="2026-03-16T13:23:30.635" v="3278"/>
        <pc:sldMkLst>
          <pc:docMk/>
          <pc:sldMk cId="3009751057" sldId="271"/>
        </pc:sldMkLst>
        <pc:spChg chg="del">
          <ac:chgData name="Middleton, FS, Miss [fmiddleton@sun.ac.za]" userId="3d1ab7f5-479f-45c8-892f-75d569044a2c" providerId="ADAL" clId="{503A42E0-A9D8-410F-9C3E-B7F3C5E905A0}" dt="2026-03-16T10:18:22.280" v="2681" actId="478"/>
          <ac:spMkLst>
            <pc:docMk/>
            <pc:sldMk cId="3009751057" sldId="271"/>
            <ac:spMk id="16" creationId="{158487FC-C7E9-3635-34D6-059913A9D4E0}"/>
          </ac:spMkLst>
        </pc:spChg>
        <pc:spChg chg="add mod">
          <ac:chgData name="Middleton, FS, Miss [fmiddleton@sun.ac.za]" userId="3d1ab7f5-479f-45c8-892f-75d569044a2c" providerId="ADAL" clId="{503A42E0-A9D8-410F-9C3E-B7F3C5E905A0}" dt="2026-03-16T10:22:19.362" v="2834" actId="1076"/>
          <ac:spMkLst>
            <pc:docMk/>
            <pc:sldMk cId="3009751057" sldId="271"/>
            <ac:spMk id="20" creationId="{CD563944-8B0D-509B-F6FA-FFA152BA3C0C}"/>
          </ac:spMkLst>
        </pc:spChg>
        <pc:spChg chg="add mod topLvl">
          <ac:chgData name="Middleton, FS, Miss [fmiddleton@sun.ac.za]" userId="3d1ab7f5-479f-45c8-892f-75d569044a2c" providerId="ADAL" clId="{503A42E0-A9D8-410F-9C3E-B7F3C5E905A0}" dt="2026-03-16T13:19:52.211" v="3172" actId="164"/>
          <ac:spMkLst>
            <pc:docMk/>
            <pc:sldMk cId="3009751057" sldId="271"/>
            <ac:spMk id="22" creationId="{5DB10458-FAF0-3EB5-A560-27196B06BD1A}"/>
          </ac:spMkLst>
        </pc:spChg>
        <pc:spChg chg="add mod topLvl">
          <ac:chgData name="Middleton, FS, Miss [fmiddleton@sun.ac.za]" userId="3d1ab7f5-479f-45c8-892f-75d569044a2c" providerId="ADAL" clId="{503A42E0-A9D8-410F-9C3E-B7F3C5E905A0}" dt="2026-03-16T13:19:52.211" v="3172" actId="164"/>
          <ac:spMkLst>
            <pc:docMk/>
            <pc:sldMk cId="3009751057" sldId="271"/>
            <ac:spMk id="23" creationId="{4D86332D-04BB-4437-D81F-D4F939D81201}"/>
          </ac:spMkLst>
        </pc:spChg>
        <pc:spChg chg="add mod">
          <ac:chgData name="Middleton, FS, Miss [fmiddleton@sun.ac.za]" userId="3d1ab7f5-479f-45c8-892f-75d569044a2c" providerId="ADAL" clId="{503A42E0-A9D8-410F-9C3E-B7F3C5E905A0}" dt="2026-03-16T10:25:41.499" v="3082" actId="164"/>
          <ac:spMkLst>
            <pc:docMk/>
            <pc:sldMk cId="3009751057" sldId="271"/>
            <ac:spMk id="24" creationId="{8BE69F21-2FF6-9BD4-29C1-C17858CEF483}"/>
          </ac:spMkLst>
        </pc:spChg>
        <pc:spChg chg="add mod">
          <ac:chgData name="Middleton, FS, Miss [fmiddleton@sun.ac.za]" userId="3d1ab7f5-479f-45c8-892f-75d569044a2c" providerId="ADAL" clId="{503A42E0-A9D8-410F-9C3E-B7F3C5E905A0}" dt="2026-03-16T10:26:04.852" v="3085" actId="164"/>
          <ac:spMkLst>
            <pc:docMk/>
            <pc:sldMk cId="3009751057" sldId="271"/>
            <ac:spMk id="25" creationId="{B92F044C-0A07-4ABB-B627-A0D34CD9AE49}"/>
          </ac:spMkLst>
        </pc:spChg>
        <pc:spChg chg="add mod">
          <ac:chgData name="Middleton, FS, Miss [fmiddleton@sun.ac.za]" userId="3d1ab7f5-479f-45c8-892f-75d569044a2c" providerId="ADAL" clId="{503A42E0-A9D8-410F-9C3E-B7F3C5E905A0}" dt="2026-03-16T10:26:04.852" v="3085" actId="164"/>
          <ac:spMkLst>
            <pc:docMk/>
            <pc:sldMk cId="3009751057" sldId="271"/>
            <ac:spMk id="26" creationId="{EAE4673C-CE91-C0BF-5FA8-6C47402EFD0D}"/>
          </ac:spMkLst>
        </pc:spChg>
        <pc:spChg chg="add mod">
          <ac:chgData name="Middleton, FS, Miss [fmiddleton@sun.ac.za]" userId="3d1ab7f5-479f-45c8-892f-75d569044a2c" providerId="ADAL" clId="{503A42E0-A9D8-410F-9C3E-B7F3C5E905A0}" dt="2026-03-16T10:26:04.852" v="3085" actId="164"/>
          <ac:spMkLst>
            <pc:docMk/>
            <pc:sldMk cId="3009751057" sldId="271"/>
            <ac:spMk id="27" creationId="{3CFE2503-1AC0-981F-4DD9-C319C1FFBD4C}"/>
          </ac:spMkLst>
        </pc:spChg>
        <pc:spChg chg="add mod">
          <ac:chgData name="Middleton, FS, Miss [fmiddleton@sun.ac.za]" userId="3d1ab7f5-479f-45c8-892f-75d569044a2c" providerId="ADAL" clId="{503A42E0-A9D8-410F-9C3E-B7F3C5E905A0}" dt="2026-03-16T10:26:04.852" v="3085" actId="164"/>
          <ac:spMkLst>
            <pc:docMk/>
            <pc:sldMk cId="3009751057" sldId="271"/>
            <ac:spMk id="28" creationId="{893FCDB1-0B9E-1164-D04A-C08615D869AD}"/>
          </ac:spMkLst>
        </pc:spChg>
        <pc:spChg chg="add mod">
          <ac:chgData name="Middleton, FS, Miss [fmiddleton@sun.ac.za]" userId="3d1ab7f5-479f-45c8-892f-75d569044a2c" providerId="ADAL" clId="{503A42E0-A9D8-410F-9C3E-B7F3C5E905A0}" dt="2026-03-16T10:21:45.960" v="2803"/>
          <ac:spMkLst>
            <pc:docMk/>
            <pc:sldMk cId="3009751057" sldId="271"/>
            <ac:spMk id="29" creationId="{D75613C2-7D61-EE12-D925-E5A835E8BEDE}"/>
          </ac:spMkLst>
        </pc:spChg>
        <pc:spChg chg="add mod">
          <ac:chgData name="Middleton, FS, Miss [fmiddleton@sun.ac.za]" userId="3d1ab7f5-479f-45c8-892f-75d569044a2c" providerId="ADAL" clId="{503A42E0-A9D8-410F-9C3E-B7F3C5E905A0}" dt="2026-03-16T10:26:04.852" v="3085" actId="164"/>
          <ac:spMkLst>
            <pc:docMk/>
            <pc:sldMk cId="3009751057" sldId="271"/>
            <ac:spMk id="30" creationId="{8DB7058D-25C9-98D1-4A67-1DE9F0D1ABFE}"/>
          </ac:spMkLst>
        </pc:spChg>
        <pc:spChg chg="add mod">
          <ac:chgData name="Middleton, FS, Miss [fmiddleton@sun.ac.za]" userId="3d1ab7f5-479f-45c8-892f-75d569044a2c" providerId="ADAL" clId="{503A42E0-A9D8-410F-9C3E-B7F3C5E905A0}" dt="2026-03-16T10:25:41.499" v="3082" actId="164"/>
          <ac:spMkLst>
            <pc:docMk/>
            <pc:sldMk cId="3009751057" sldId="271"/>
            <ac:spMk id="31" creationId="{2012F0B8-8731-890B-370D-D623EE1EC6FA}"/>
          </ac:spMkLst>
        </pc:spChg>
        <pc:spChg chg="add mod">
          <ac:chgData name="Middleton, FS, Miss [fmiddleton@sun.ac.za]" userId="3d1ab7f5-479f-45c8-892f-75d569044a2c" providerId="ADAL" clId="{503A42E0-A9D8-410F-9C3E-B7F3C5E905A0}" dt="2026-03-16T10:25:41.499" v="3082" actId="164"/>
          <ac:spMkLst>
            <pc:docMk/>
            <pc:sldMk cId="3009751057" sldId="271"/>
            <ac:spMk id="32" creationId="{26C76879-0FBE-AD50-1A16-729BE53D95AF}"/>
          </ac:spMkLst>
        </pc:spChg>
        <pc:spChg chg="add mod topLvl">
          <ac:chgData name="Middleton, FS, Miss [fmiddleton@sun.ac.za]" userId="3d1ab7f5-479f-45c8-892f-75d569044a2c" providerId="ADAL" clId="{503A42E0-A9D8-410F-9C3E-B7F3C5E905A0}" dt="2026-03-16T13:22:57.908" v="3272" actId="1076"/>
          <ac:spMkLst>
            <pc:docMk/>
            <pc:sldMk cId="3009751057" sldId="271"/>
            <ac:spMk id="33" creationId="{F92233CD-11EF-01D9-483B-951B16138540}"/>
          </ac:spMkLst>
        </pc:spChg>
        <pc:spChg chg="add mod">
          <ac:chgData name="Middleton, FS, Miss [fmiddleton@sun.ac.za]" userId="3d1ab7f5-479f-45c8-892f-75d569044a2c" providerId="ADAL" clId="{503A42E0-A9D8-410F-9C3E-B7F3C5E905A0}" dt="2026-03-16T10:26:18.166" v="3087" actId="1076"/>
          <ac:spMkLst>
            <pc:docMk/>
            <pc:sldMk cId="3009751057" sldId="271"/>
            <ac:spMk id="34" creationId="{00E74EC8-821C-8BBF-1DE4-15E3F92D2168}"/>
          </ac:spMkLst>
        </pc:spChg>
        <pc:spChg chg="add mod">
          <ac:chgData name="Middleton, FS, Miss [fmiddleton@sun.ac.za]" userId="3d1ab7f5-479f-45c8-892f-75d569044a2c" providerId="ADAL" clId="{503A42E0-A9D8-410F-9C3E-B7F3C5E905A0}" dt="2026-03-16T10:27:23.442" v="3127" actId="20577"/>
          <ac:spMkLst>
            <pc:docMk/>
            <pc:sldMk cId="3009751057" sldId="271"/>
            <ac:spMk id="38" creationId="{F8218F63-7334-B280-D519-81B3FECA8E03}"/>
          </ac:spMkLst>
        </pc:spChg>
        <pc:spChg chg="add mod">
          <ac:chgData name="Middleton, FS, Miss [fmiddleton@sun.ac.za]" userId="3d1ab7f5-479f-45c8-892f-75d569044a2c" providerId="ADAL" clId="{503A42E0-A9D8-410F-9C3E-B7F3C5E905A0}" dt="2026-03-16T13:18:44.690" v="3170" actId="20577"/>
          <ac:spMkLst>
            <pc:docMk/>
            <pc:sldMk cId="3009751057" sldId="271"/>
            <ac:spMk id="39" creationId="{E478A592-6D89-48F2-3576-CF3EE1C66DBB}"/>
          </ac:spMkLst>
        </pc:spChg>
        <pc:spChg chg="add mod">
          <ac:chgData name="Middleton, FS, Miss [fmiddleton@sun.ac.za]" userId="3d1ab7f5-479f-45c8-892f-75d569044a2c" providerId="ADAL" clId="{503A42E0-A9D8-410F-9C3E-B7F3C5E905A0}" dt="2026-03-16T13:23:13.945" v="3276" actId="1076"/>
          <ac:spMkLst>
            <pc:docMk/>
            <pc:sldMk cId="3009751057" sldId="271"/>
            <ac:spMk id="41" creationId="{EFC03D79-8C2E-4C69-C71E-4C26AE99C441}"/>
          </ac:spMkLst>
        </pc:spChg>
        <pc:spChg chg="mod">
          <ac:chgData name="Middleton, FS, Miss [fmiddleton@sun.ac.za]" userId="3d1ab7f5-479f-45c8-892f-75d569044a2c" providerId="ADAL" clId="{503A42E0-A9D8-410F-9C3E-B7F3C5E905A0}" dt="2026-03-16T13:22:41.162" v="3238"/>
          <ac:spMkLst>
            <pc:docMk/>
            <pc:sldMk cId="3009751057" sldId="271"/>
            <ac:spMk id="43" creationId="{8466D63A-2457-C4AE-AB38-9839795DE435}"/>
          </ac:spMkLst>
        </pc:spChg>
        <pc:spChg chg="mod">
          <ac:chgData name="Middleton, FS, Miss [fmiddleton@sun.ac.za]" userId="3d1ab7f5-479f-45c8-892f-75d569044a2c" providerId="ADAL" clId="{503A42E0-A9D8-410F-9C3E-B7F3C5E905A0}" dt="2026-03-16T13:22:41.162" v="3238"/>
          <ac:spMkLst>
            <pc:docMk/>
            <pc:sldMk cId="3009751057" sldId="271"/>
            <ac:spMk id="44" creationId="{71868799-DE17-1D06-D3C0-916096A121CD}"/>
          </ac:spMkLst>
        </pc:spChg>
        <pc:spChg chg="mod">
          <ac:chgData name="Middleton, FS, Miss [fmiddleton@sun.ac.za]" userId="3d1ab7f5-479f-45c8-892f-75d569044a2c" providerId="ADAL" clId="{503A42E0-A9D8-410F-9C3E-B7F3C5E905A0}" dt="2026-03-16T13:23:03.401" v="3274" actId="14100"/>
          <ac:spMkLst>
            <pc:docMk/>
            <pc:sldMk cId="3009751057" sldId="271"/>
            <ac:spMk id="45" creationId="{63D257C0-6A08-C236-84FB-E5EED8489CE0}"/>
          </ac:spMkLst>
        </pc:spChg>
        <pc:grpChg chg="del">
          <ac:chgData name="Middleton, FS, Miss [fmiddleton@sun.ac.za]" userId="3d1ab7f5-479f-45c8-892f-75d569044a2c" providerId="ADAL" clId="{503A42E0-A9D8-410F-9C3E-B7F3C5E905A0}" dt="2026-03-16T10:18:22.280" v="2681" actId="478"/>
          <ac:grpSpMkLst>
            <pc:docMk/>
            <pc:sldMk cId="3009751057" sldId="271"/>
            <ac:grpSpMk id="3" creationId="{0E798A79-55A9-36C7-F191-EBFBB856F78B}"/>
          </ac:grpSpMkLst>
        </pc:grpChg>
        <pc:grpChg chg="del">
          <ac:chgData name="Middleton, FS, Miss [fmiddleton@sun.ac.za]" userId="3d1ab7f5-479f-45c8-892f-75d569044a2c" providerId="ADAL" clId="{503A42E0-A9D8-410F-9C3E-B7F3C5E905A0}" dt="2026-03-16T10:18:19.460" v="2680" actId="478"/>
          <ac:grpSpMkLst>
            <pc:docMk/>
            <pc:sldMk cId="3009751057" sldId="271"/>
            <ac:grpSpMk id="6" creationId="{393CBDF3-6E94-8814-0B17-1761B783CE24}"/>
          </ac:grpSpMkLst>
        </pc:grpChg>
        <pc:grpChg chg="del">
          <ac:chgData name="Middleton, FS, Miss [fmiddleton@sun.ac.za]" userId="3d1ab7f5-479f-45c8-892f-75d569044a2c" providerId="ADAL" clId="{503A42E0-A9D8-410F-9C3E-B7F3C5E905A0}" dt="2026-03-16T10:18:19.460" v="2680" actId="478"/>
          <ac:grpSpMkLst>
            <pc:docMk/>
            <pc:sldMk cId="3009751057" sldId="271"/>
            <ac:grpSpMk id="7" creationId="{C2CDD8AE-AA1C-951B-A8A9-0EE182F05958}"/>
          </ac:grpSpMkLst>
        </pc:grpChg>
        <pc:grpChg chg="del">
          <ac:chgData name="Middleton, FS, Miss [fmiddleton@sun.ac.za]" userId="3d1ab7f5-479f-45c8-892f-75d569044a2c" providerId="ADAL" clId="{503A42E0-A9D8-410F-9C3E-B7F3C5E905A0}" dt="2026-03-16T10:18:19.460" v="2680" actId="478"/>
          <ac:grpSpMkLst>
            <pc:docMk/>
            <pc:sldMk cId="3009751057" sldId="271"/>
            <ac:grpSpMk id="14" creationId="{9CE5A7C3-3268-C076-71B4-FAC1C6001B71}"/>
          </ac:grpSpMkLst>
        </pc:grpChg>
        <pc:grpChg chg="del">
          <ac:chgData name="Middleton, FS, Miss [fmiddleton@sun.ac.za]" userId="3d1ab7f5-479f-45c8-892f-75d569044a2c" providerId="ADAL" clId="{503A42E0-A9D8-410F-9C3E-B7F3C5E905A0}" dt="2026-03-16T10:18:22.280" v="2681" actId="478"/>
          <ac:grpSpMkLst>
            <pc:docMk/>
            <pc:sldMk cId="3009751057" sldId="271"/>
            <ac:grpSpMk id="19" creationId="{EBAF3B3E-4B8B-C936-F270-E82B671902F8}"/>
          </ac:grpSpMkLst>
        </pc:grpChg>
        <pc:grpChg chg="add mod">
          <ac:chgData name="Middleton, FS, Miss [fmiddleton@sun.ac.za]" userId="3d1ab7f5-479f-45c8-892f-75d569044a2c" providerId="ADAL" clId="{503A42E0-A9D8-410F-9C3E-B7F3C5E905A0}" dt="2026-03-16T10:22:19.362" v="2834" actId="1076"/>
          <ac:grpSpMkLst>
            <pc:docMk/>
            <pc:sldMk cId="3009751057" sldId="271"/>
            <ac:grpSpMk id="21" creationId="{01B2EBA1-7D4B-26EA-9E32-E5AB24A21D60}"/>
          </ac:grpSpMkLst>
        </pc:grpChg>
        <pc:grpChg chg="add del mod">
          <ac:chgData name="Middleton, FS, Miss [fmiddleton@sun.ac.za]" userId="3d1ab7f5-479f-45c8-892f-75d569044a2c" providerId="ADAL" clId="{503A42E0-A9D8-410F-9C3E-B7F3C5E905A0}" dt="2026-03-16T13:19:39.667" v="3171" actId="165"/>
          <ac:grpSpMkLst>
            <pc:docMk/>
            <pc:sldMk cId="3009751057" sldId="271"/>
            <ac:grpSpMk id="35" creationId="{86452A7D-8817-6926-9AF2-530F698483EA}"/>
          </ac:grpSpMkLst>
        </pc:grpChg>
        <pc:grpChg chg="add mod">
          <ac:chgData name="Middleton, FS, Miss [fmiddleton@sun.ac.za]" userId="3d1ab7f5-479f-45c8-892f-75d569044a2c" providerId="ADAL" clId="{503A42E0-A9D8-410F-9C3E-B7F3C5E905A0}" dt="2026-03-16T10:25:41.499" v="3082" actId="164"/>
          <ac:grpSpMkLst>
            <pc:docMk/>
            <pc:sldMk cId="3009751057" sldId="271"/>
            <ac:grpSpMk id="36" creationId="{0998807D-89B3-BD72-9FE3-A187FF2B9E9B}"/>
          </ac:grpSpMkLst>
        </pc:grpChg>
        <pc:grpChg chg="add mod">
          <ac:chgData name="Middleton, FS, Miss [fmiddleton@sun.ac.za]" userId="3d1ab7f5-479f-45c8-892f-75d569044a2c" providerId="ADAL" clId="{503A42E0-A9D8-410F-9C3E-B7F3C5E905A0}" dt="2026-03-16T13:23:07.730" v="3275" actId="1076"/>
          <ac:grpSpMkLst>
            <pc:docMk/>
            <pc:sldMk cId="3009751057" sldId="271"/>
            <ac:grpSpMk id="37" creationId="{837617E8-625E-2FDD-DF02-5A079D291BEE}"/>
          </ac:grpSpMkLst>
        </pc:grpChg>
        <pc:grpChg chg="add mod">
          <ac:chgData name="Middleton, FS, Miss [fmiddleton@sun.ac.za]" userId="3d1ab7f5-479f-45c8-892f-75d569044a2c" providerId="ADAL" clId="{503A42E0-A9D8-410F-9C3E-B7F3C5E905A0}" dt="2026-03-16T13:19:52.211" v="3172" actId="164"/>
          <ac:grpSpMkLst>
            <pc:docMk/>
            <pc:sldMk cId="3009751057" sldId="271"/>
            <ac:grpSpMk id="40" creationId="{DA0F504F-F308-A8E5-E724-39A8D1C61775}"/>
          </ac:grpSpMkLst>
        </pc:grpChg>
        <pc:grpChg chg="add mod">
          <ac:chgData name="Middleton, FS, Miss [fmiddleton@sun.ac.za]" userId="3d1ab7f5-479f-45c8-892f-75d569044a2c" providerId="ADAL" clId="{503A42E0-A9D8-410F-9C3E-B7F3C5E905A0}" dt="2026-03-16T13:23:18.880" v="3277" actId="1076"/>
          <ac:grpSpMkLst>
            <pc:docMk/>
            <pc:sldMk cId="3009751057" sldId="271"/>
            <ac:grpSpMk id="42" creationId="{605B580F-92B4-489F-18A2-E6F7256E2D49}"/>
          </ac:grpSpMkLst>
        </pc:grpChg>
        <pc:picChg chg="add mod">
          <ac:chgData name="Middleton, FS, Miss [fmiddleton@sun.ac.za]" userId="3d1ab7f5-479f-45c8-892f-75d569044a2c" providerId="ADAL" clId="{503A42E0-A9D8-410F-9C3E-B7F3C5E905A0}" dt="2026-03-16T10:22:19.362" v="2834" actId="1076"/>
          <ac:picMkLst>
            <pc:docMk/>
            <pc:sldMk cId="3009751057" sldId="271"/>
            <ac:picMk id="15" creationId="{4821448B-6A3B-3670-8C2F-8B03F344C4A1}"/>
          </ac:picMkLst>
        </pc:picChg>
        <pc:picChg chg="del">
          <ac:chgData name="Middleton, FS, Miss [fmiddleton@sun.ac.za]" userId="3d1ab7f5-479f-45c8-892f-75d569044a2c" providerId="ADAL" clId="{503A42E0-A9D8-410F-9C3E-B7F3C5E905A0}" dt="2026-03-16T10:18:16.416" v="2679" actId="21"/>
          <ac:picMkLst>
            <pc:docMk/>
            <pc:sldMk cId="3009751057" sldId="271"/>
            <ac:picMk id="1026" creationId="{4821448B-6A3B-3670-8C2F-8B03F344C4A1}"/>
          </ac:picMkLst>
        </pc:picChg>
      </pc:sldChg>
      <pc:sldChg chg="addSp modSp new mod">
        <pc:chgData name="Middleton, FS, Miss [fmiddleton@sun.ac.za]" userId="3d1ab7f5-479f-45c8-892f-75d569044a2c" providerId="ADAL" clId="{503A42E0-A9D8-410F-9C3E-B7F3C5E905A0}" dt="2026-03-16T13:40:12.356" v="3291" actId="962"/>
        <pc:sldMkLst>
          <pc:docMk/>
          <pc:sldMk cId="3060776340" sldId="272"/>
        </pc:sldMkLst>
        <pc:picChg chg="add mod">
          <ac:chgData name="Middleton, FS, Miss [fmiddleton@sun.ac.za]" userId="3d1ab7f5-479f-45c8-892f-75d569044a2c" providerId="ADAL" clId="{503A42E0-A9D8-410F-9C3E-B7F3C5E905A0}" dt="2026-03-16T13:40:12.356" v="3291" actId="962"/>
          <ac:picMkLst>
            <pc:docMk/>
            <pc:sldMk cId="3060776340" sldId="272"/>
            <ac:picMk id="5" creationId="{59CAEEB0-6481-EAD8-1EEA-E7D9ABC1F2A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E9D9AA-2115-4B4C-8B02-5D4B70E53205}" type="datetimeFigureOut">
              <a:rPr lang="en-ZA" smtClean="0"/>
              <a:t>2026/03/16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9F51A5-27BB-4CFF-A030-D086D64B11A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792607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Repository (repo) = container for holding things, in this case, text files</a:t>
            </a:r>
          </a:p>
          <a:p>
            <a:r>
              <a:rPr lang="en-ZA" sz="1200" dirty="0"/>
              <a:t>Remote = your repo on </a:t>
            </a:r>
            <a:r>
              <a:rPr lang="en-ZA" sz="1200" dirty="0" err="1"/>
              <a:t>Github’s</a:t>
            </a:r>
            <a:r>
              <a:rPr lang="en-ZA" sz="1200" dirty="0"/>
              <a:t> servers </a:t>
            </a:r>
          </a:p>
          <a:p>
            <a:r>
              <a:rPr lang="en-ZA" sz="1200" dirty="0"/>
              <a:t>Local = your repo on your machine </a:t>
            </a:r>
            <a:endParaRPr lang="en-US" sz="1200" dirty="0"/>
          </a:p>
          <a:p>
            <a:r>
              <a:rPr lang="en-US" sz="1200" dirty="0"/>
              <a:t>Tree = file directory </a:t>
            </a:r>
          </a:p>
          <a:p>
            <a:r>
              <a:rPr lang="en-US" sz="1200" dirty="0"/>
              <a:t>Blob = content of a file </a:t>
            </a:r>
          </a:p>
          <a:p>
            <a:r>
              <a:rPr lang="en-ZA" sz="1200" dirty="0"/>
              <a:t>Branch = a copy of your tree with some changes</a:t>
            </a:r>
          </a:p>
          <a:p>
            <a:r>
              <a:rPr lang="en-ZA" sz="1200" dirty="0"/>
              <a:t>Commit = a saved change to your tree </a:t>
            </a:r>
          </a:p>
          <a:p>
            <a:r>
              <a:rPr lang="en-ZA" dirty="0"/>
              <a:t>Main = a protected branch that only allows commits through </a:t>
            </a:r>
            <a:r>
              <a:rPr lang="en-ZA"/>
              <a:t>pull requests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9F51A5-27BB-4CFF-A030-D086D64B11AB}" type="slidenum">
              <a:rPr lang="en-ZA" smtClean="0"/>
              <a:t>4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6023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47F524-DF64-8398-2151-DD44E146E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6A14AC-2931-BAB8-DD00-206813DC34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0D00AD-309F-4968-65A9-5319AD5F11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Repository (repo) = container for holding things, in this case, text files</a:t>
            </a:r>
          </a:p>
          <a:p>
            <a:r>
              <a:rPr lang="en-ZA" sz="1200" dirty="0"/>
              <a:t>Remote = your repo on </a:t>
            </a:r>
            <a:r>
              <a:rPr lang="en-ZA" sz="1200" dirty="0" err="1"/>
              <a:t>Github’s</a:t>
            </a:r>
            <a:r>
              <a:rPr lang="en-ZA" sz="1200" dirty="0"/>
              <a:t> servers </a:t>
            </a:r>
          </a:p>
          <a:p>
            <a:r>
              <a:rPr lang="en-ZA" sz="1200" dirty="0"/>
              <a:t>Local = your repo on your machine </a:t>
            </a:r>
            <a:endParaRPr lang="en-US" sz="1200" dirty="0"/>
          </a:p>
          <a:p>
            <a:r>
              <a:rPr lang="en-US" sz="1200" dirty="0"/>
              <a:t>Tree = file directory </a:t>
            </a:r>
          </a:p>
          <a:p>
            <a:r>
              <a:rPr lang="en-US" sz="1200" dirty="0"/>
              <a:t>Blob = content of a file </a:t>
            </a:r>
          </a:p>
          <a:p>
            <a:r>
              <a:rPr lang="en-ZA" sz="1200" dirty="0"/>
              <a:t>Branch = a copy of your tree with some changes</a:t>
            </a:r>
          </a:p>
          <a:p>
            <a:r>
              <a:rPr lang="en-ZA" sz="1200" dirty="0"/>
              <a:t>Commit = a saved change to your tree </a:t>
            </a:r>
          </a:p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094A98-F0E0-2C35-5821-25FA1C27F5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9F51A5-27BB-4CFF-A030-D086D64B11AB}" type="slidenum">
              <a:rPr lang="en-ZA" smtClean="0"/>
              <a:t>5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92358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BEF74-BA74-F36C-E225-6D88470F14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45B727-E90B-F009-3277-2E462A1F56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714B26-807B-9561-CE9F-10205D01E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C20FE-0C5B-41A8-8A89-87C50F8D50A3}" type="datetimeFigureOut">
              <a:rPr lang="en-ZA" smtClean="0"/>
              <a:t>2026/03/16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3E286E-D580-27B6-D433-3F2B6802B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03927F-85C1-703E-F956-1D4297CDC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A716B-7E2F-4669-8B11-29F7B9A9B2B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352907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14C61-9A4C-51CD-92F2-3575EDA92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4E875C-809E-95F8-8172-C0F917F8CF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B496BD-C2BE-95D5-6F07-F283BD444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C20FE-0C5B-41A8-8A89-87C50F8D50A3}" type="datetimeFigureOut">
              <a:rPr lang="en-ZA" smtClean="0"/>
              <a:t>2026/03/16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293093-ABD6-1689-6CDE-7FBD5AEEF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E37FF1-2963-A257-337B-079298A37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A716B-7E2F-4669-8B11-29F7B9A9B2B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66531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B5ECF-224D-729E-43F1-B3599D432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64170C-82B1-D697-A5A4-4EBA55DAF2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97817E-095B-1F7F-57B8-AF855124F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C20FE-0C5B-41A8-8A89-87C50F8D50A3}" type="datetimeFigureOut">
              <a:rPr lang="en-ZA" smtClean="0"/>
              <a:t>2026/03/16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E2B3C4-7A6F-39CD-211F-95B447274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B03F4E-8E52-5D89-C4A7-309A2201C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A716B-7E2F-4669-8B11-29F7B9A9B2B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80779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69F02-700D-B834-FB2E-5C53E7DB1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835A0F-A3A2-0514-10E0-C7E47D69DC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EF3969-3D5A-AB8D-47F7-C6842B5092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B793AF-EE3E-A584-E4BF-B349994E3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C20FE-0C5B-41A8-8A89-87C50F8D50A3}" type="datetimeFigureOut">
              <a:rPr lang="en-ZA" smtClean="0"/>
              <a:t>2026/03/16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765162-AD2D-EF26-115E-DC6A9E876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C2B7E0-C7A1-D6D9-6623-D33130C1A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A716B-7E2F-4669-8B11-29F7B9A9B2B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87604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47D10-AFDF-0539-3CB8-C31DB77DB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995A0C-94AD-5633-3585-725BF6FEA5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D460B3-09AF-423C-5B83-838519A79C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9A78A3-FC63-583E-FBF0-CD4C7BE43B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317BD0-EC2C-B225-8ADA-58585EF528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B12912-15C7-26C1-E975-2B157A83A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C20FE-0C5B-41A8-8A89-87C50F8D50A3}" type="datetimeFigureOut">
              <a:rPr lang="en-ZA" smtClean="0"/>
              <a:t>2026/03/16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9105CB-F4A0-B734-7041-134673DBE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EFB3C2-F653-803F-DAFC-E72F49C47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A716B-7E2F-4669-8B11-29F7B9A9B2B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724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66F60-DB5B-7253-DFA2-445B13DA3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374E56-0A4A-F0FD-40FE-678D79043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C20FE-0C5B-41A8-8A89-87C50F8D50A3}" type="datetimeFigureOut">
              <a:rPr lang="en-ZA" smtClean="0"/>
              <a:t>2026/03/16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41BC7C-B909-0D63-5CDE-F5D39DF24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66CBD3-C727-8681-6F88-2FF3861BC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A716B-7E2F-4669-8B11-29F7B9A9B2B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123229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F5CB57-9D39-E723-038D-2C792F8EB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C20FE-0C5B-41A8-8A89-87C50F8D50A3}" type="datetimeFigureOut">
              <a:rPr lang="en-ZA" smtClean="0"/>
              <a:t>2026/03/16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EDB73F-AA65-920E-696F-441C89215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C29941-67CF-EF79-90F2-143550A83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A716B-7E2F-4669-8B11-29F7B9A9B2B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852504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21C63-541B-D67E-8D87-9333B8EFA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F92EB9-4FA7-82C3-949F-540FE3F993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29F7E9-8899-8581-3584-54B8EF50AA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09AC65-1CDA-C032-2048-5471677C0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C20FE-0C5B-41A8-8A89-87C50F8D50A3}" type="datetimeFigureOut">
              <a:rPr lang="en-ZA" smtClean="0"/>
              <a:t>2026/03/16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3B1F37-9F1C-E7A7-6EE0-47D7BBE76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ACA715-2BDA-7AE0-6471-E4364E7B3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A716B-7E2F-4669-8B11-29F7B9A9B2B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107036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385BB-3553-F4C5-F150-45FAD0B05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98956D-040B-438B-1383-C7095B87BD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A926E1-00E2-839E-8AC1-38A6D93186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74421-50DA-EBEA-934A-12398F042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C20FE-0C5B-41A8-8A89-87C50F8D50A3}" type="datetimeFigureOut">
              <a:rPr lang="en-ZA" smtClean="0"/>
              <a:t>2026/03/16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55C2C-863B-6F4C-E52F-40769EA5E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A31786-9EB3-7673-322F-C8700044A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A716B-7E2F-4669-8B11-29F7B9A9B2B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87253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63386-0DBA-3A7B-B449-C194D92EA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AA5B3D-62CE-30D4-7B76-411804DED2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2EC13B-81DA-CF20-5A85-0140DC910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C20FE-0C5B-41A8-8A89-87C50F8D50A3}" type="datetimeFigureOut">
              <a:rPr lang="en-ZA" smtClean="0"/>
              <a:t>2026/03/16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37E5A1-AF81-8FF1-BA05-17B803A35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FCE695-7CCE-DE44-08BC-1E45C1208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A716B-7E2F-4669-8B11-29F7B9A9B2B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55163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1CD42E-D40E-B6CB-7DA5-0424B19602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136C2C-6CC3-4811-EB9E-041FE9D43B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B8EC90-69B5-D722-935B-200FC1BF3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C20FE-0C5B-41A8-8A89-87C50F8D50A3}" type="datetimeFigureOut">
              <a:rPr lang="en-ZA" smtClean="0"/>
              <a:t>2026/03/16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230033-1BE2-30CB-8F62-1B122FB4F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6086AA-299C-AE4F-7FC2-ACF12906E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A716B-7E2F-4669-8B11-29F7B9A9B2B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363189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F675B1-EAEB-45B3-8842-D707064CF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B2763E-E890-FDA0-2D67-F36DF1A0CA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6C593-0D2F-E0B0-315B-23F3A6BAE1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2C20FE-0C5B-41A8-8A89-87C50F8D50A3}" type="datetimeFigureOut">
              <a:rPr lang="en-ZA" smtClean="0"/>
              <a:t>2026/03/16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C4A840-8C55-69F4-DEBF-BCC5A59FDE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69D15F-5C3D-8156-887B-93307D6AEE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EA716B-7E2F-4669-8B11-29F7B9A9B2B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975847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.visualstudio.com/download" TargetMode="External"/><Relationship Id="rId2" Type="http://schemas.openxmlformats.org/officeDocument/2006/relationships/hyperlink" Target="https://desktop.github.com/download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Stellenbosch-University-Process-Eng/hello-ml-research-group.git" TargetMode="External"/><Relationship Id="rId4" Type="http://schemas.openxmlformats.org/officeDocument/2006/relationships/hyperlink" Target="https://github.com/Stellenbosch-University-Process-Eng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3" name="Rectangle 212">
            <a:extLst>
              <a:ext uri="{FF2B5EF4-FFF2-40B4-BE49-F238E27FC236}">
                <a16:creationId xmlns:a16="http://schemas.microsoft.com/office/drawing/2014/main" id="{32D45EE4-C4F0-4F72-B1C6-39F596D13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5" name="Oval 214">
            <a:extLst>
              <a:ext uri="{FF2B5EF4-FFF2-40B4-BE49-F238E27FC236}">
                <a16:creationId xmlns:a16="http://schemas.microsoft.com/office/drawing/2014/main" id="{8C459BAD-4279-4A9D-B0C5-662C5F5ED2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3203463" y="-2060461"/>
            <a:ext cx="5649003" cy="10651671"/>
          </a:xfrm>
          <a:custGeom>
            <a:avLst/>
            <a:gdLst>
              <a:gd name="csX0" fmla="*/ 0 w 5649003"/>
              <a:gd name="csY0" fmla="*/ 5325836 h 10651671"/>
              <a:gd name="csX1" fmla="*/ 2824502 w 5649003"/>
              <a:gd name="csY1" fmla="*/ 0 h 10651671"/>
              <a:gd name="csX2" fmla="*/ 5649004 w 5649003"/>
              <a:gd name="csY2" fmla="*/ 5325836 h 10651671"/>
              <a:gd name="csX3" fmla="*/ 2824502 w 5649003"/>
              <a:gd name="csY3" fmla="*/ 10651672 h 10651671"/>
              <a:gd name="csX4" fmla="*/ 0 w 5649003"/>
              <a:gd name="csY4" fmla="*/ 5325836 h 106516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649003" h="10651671" fill="none" extrusionOk="0">
                <a:moveTo>
                  <a:pt x="0" y="5325836"/>
                </a:moveTo>
                <a:cubicBezTo>
                  <a:pt x="186946" y="2320485"/>
                  <a:pt x="1438121" y="-52385"/>
                  <a:pt x="2824502" y="0"/>
                </a:cubicBezTo>
                <a:cubicBezTo>
                  <a:pt x="4703838" y="-43168"/>
                  <a:pt x="5583840" y="2369660"/>
                  <a:pt x="5649004" y="5325836"/>
                </a:cubicBezTo>
                <a:cubicBezTo>
                  <a:pt x="5518761" y="8289338"/>
                  <a:pt x="4285196" y="10894014"/>
                  <a:pt x="2824502" y="10651672"/>
                </a:cubicBezTo>
                <a:cubicBezTo>
                  <a:pt x="1536945" y="11016699"/>
                  <a:pt x="142947" y="8418643"/>
                  <a:pt x="0" y="5325836"/>
                </a:cubicBezTo>
                <a:close/>
              </a:path>
              <a:path w="5649003" h="10651671" stroke="0" extrusionOk="0">
                <a:moveTo>
                  <a:pt x="0" y="5325836"/>
                </a:moveTo>
                <a:cubicBezTo>
                  <a:pt x="-54350" y="2332108"/>
                  <a:pt x="1351726" y="167869"/>
                  <a:pt x="2824502" y="0"/>
                </a:cubicBezTo>
                <a:cubicBezTo>
                  <a:pt x="4182679" y="-143942"/>
                  <a:pt x="5672665" y="2549517"/>
                  <a:pt x="5649004" y="5325836"/>
                </a:cubicBezTo>
                <a:cubicBezTo>
                  <a:pt x="5518596" y="8280244"/>
                  <a:pt x="4081190" y="10622204"/>
                  <a:pt x="2824502" y="10651672"/>
                </a:cubicBezTo>
                <a:cubicBezTo>
                  <a:pt x="1216708" y="10537144"/>
                  <a:pt x="-100850" y="8264979"/>
                  <a:pt x="0" y="5325836"/>
                </a:cubicBezTo>
                <a:close/>
              </a:path>
            </a:pathLst>
          </a:custGeom>
          <a:solidFill>
            <a:schemeClr val="accent2"/>
          </a:solidFill>
          <a:ln w="57150">
            <a:solidFill>
              <a:schemeClr val="accent2"/>
            </a:solidFill>
            <a:extLst>
              <a:ext uri="{C807C97D-BFC1-408E-A445-0C87EB9F89A2}">
                <ask:lineSketchStyleProps xmlns:ask="http://schemas.microsoft.com/office/drawing/2018/sketchyshapes" sd="63743190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34D8EA-098D-1F60-C10B-46B6CC7DEB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66544" y="1911096"/>
            <a:ext cx="8055864" cy="2076651"/>
          </a:xfrm>
        </p:spPr>
        <p:txBody>
          <a:bodyPr anchor="b">
            <a:normAutofit/>
          </a:bodyPr>
          <a:lstStyle/>
          <a:p>
            <a:r>
              <a:rPr lang="en-US" sz="6600">
                <a:solidFill>
                  <a:srgbClr val="FFFFFF"/>
                </a:solidFill>
              </a:rPr>
              <a:t>Intro to Github workshop</a:t>
            </a:r>
            <a:endParaRPr lang="en-ZA" sz="6600">
              <a:solidFill>
                <a:srgbClr val="FFFFFF"/>
              </a:solidFill>
            </a:endParaRPr>
          </a:p>
        </p:txBody>
      </p:sp>
      <p:sp>
        <p:nvSpPr>
          <p:cNvPr id="217" name="sketch line">
            <a:extLst>
              <a:ext uri="{FF2B5EF4-FFF2-40B4-BE49-F238E27FC236}">
                <a16:creationId xmlns:a16="http://schemas.microsoft.com/office/drawing/2014/main" id="{0953BC39-9D68-40BE-BF3C-5C4EB782AF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17349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563791 w 4243589"/>
              <a:gd name="csY1" fmla="*/ 0 h 18288"/>
              <a:gd name="csX2" fmla="*/ 1042710 w 4243589"/>
              <a:gd name="csY2" fmla="*/ 0 h 18288"/>
              <a:gd name="csX3" fmla="*/ 1564066 w 4243589"/>
              <a:gd name="csY3" fmla="*/ 0 h 18288"/>
              <a:gd name="csX4" fmla="*/ 2212729 w 4243589"/>
              <a:gd name="csY4" fmla="*/ 0 h 18288"/>
              <a:gd name="csX5" fmla="*/ 2776520 w 4243589"/>
              <a:gd name="csY5" fmla="*/ 0 h 18288"/>
              <a:gd name="csX6" fmla="*/ 3297875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637362 w 4243589"/>
              <a:gd name="csY9" fmla="*/ 18288 h 18288"/>
              <a:gd name="csX10" fmla="*/ 3116007 w 4243589"/>
              <a:gd name="csY10" fmla="*/ 18288 h 18288"/>
              <a:gd name="csX11" fmla="*/ 2424908 w 4243589"/>
              <a:gd name="csY11" fmla="*/ 18288 h 18288"/>
              <a:gd name="csX12" fmla="*/ 1861117 w 4243589"/>
              <a:gd name="csY12" fmla="*/ 18288 h 18288"/>
              <a:gd name="csX13" fmla="*/ 1382198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6345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68" name="Rectangle 2067">
            <a:extLst>
              <a:ext uri="{FF2B5EF4-FFF2-40B4-BE49-F238E27FC236}">
                <a16:creationId xmlns:a16="http://schemas.microsoft.com/office/drawing/2014/main" id="{7B831B6F-405A-4B47-B9BB-5CA88F285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5F1780-D604-9EF5-37D9-25A50F7D9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9128" y="638089"/>
            <a:ext cx="4818888" cy="1476801"/>
          </a:xfrm>
        </p:spPr>
        <p:txBody>
          <a:bodyPr anchor="b">
            <a:normAutofit/>
          </a:bodyPr>
          <a:lstStyle/>
          <a:p>
            <a:r>
              <a:rPr lang="en-US" sz="5400"/>
              <a:t>What is Git?</a:t>
            </a:r>
            <a:endParaRPr lang="en-ZA" sz="540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21083457-4878-1C1C-06EC-1DF519F5A2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0936" y="699516"/>
            <a:ext cx="5458968" cy="5458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69" name="sketch line">
            <a:extLst>
              <a:ext uri="{FF2B5EF4-FFF2-40B4-BE49-F238E27FC236}">
                <a16:creationId xmlns:a16="http://schemas.microsoft.com/office/drawing/2014/main" id="{953EE71A-6488-4203-A7C4-77102FD0DC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3912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02BBD6-BBF3-1785-D40B-28AC2FE7E0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9128" y="2664886"/>
            <a:ext cx="4818888" cy="3550789"/>
          </a:xfrm>
        </p:spPr>
        <p:txBody>
          <a:bodyPr anchor="t">
            <a:normAutofit fontScale="92500"/>
          </a:bodyPr>
          <a:lstStyle/>
          <a:p>
            <a:r>
              <a:rPr lang="en-ZA" sz="2100" dirty="0"/>
              <a:t>Git (/</a:t>
            </a:r>
            <a:r>
              <a:rPr lang="en-ZA" sz="2100" dirty="0" err="1"/>
              <a:t>ɡɪt</a:t>
            </a:r>
            <a:r>
              <a:rPr lang="en-ZA" sz="2100" dirty="0"/>
              <a:t>/) is a </a:t>
            </a:r>
            <a:r>
              <a:rPr lang="en-ZA" sz="2100" b="1" dirty="0"/>
              <a:t>distributed version control software system </a:t>
            </a:r>
            <a:r>
              <a:rPr lang="en-ZA" sz="2100" dirty="0"/>
              <a:t>that is capable of </a:t>
            </a:r>
            <a:r>
              <a:rPr lang="en-ZA" sz="2100" b="1" dirty="0"/>
              <a:t>managing versions of source code or data</a:t>
            </a:r>
            <a:r>
              <a:rPr lang="en-ZA" sz="2100" dirty="0"/>
              <a:t>. It is often used to control source code by programmers who are developing software collaboratively.</a:t>
            </a:r>
          </a:p>
          <a:p>
            <a:pPr lvl="1"/>
            <a:r>
              <a:rPr lang="en-ZA" sz="1700" dirty="0"/>
              <a:t>Created in 2005 by the guy who created Linux </a:t>
            </a:r>
          </a:p>
          <a:p>
            <a:r>
              <a:rPr lang="en-ZA" sz="2100" dirty="0"/>
              <a:t>GitHub (/ˈ</a:t>
            </a:r>
            <a:r>
              <a:rPr lang="en-ZA" sz="2100" dirty="0" err="1"/>
              <a:t>ɡɪthʌb</a:t>
            </a:r>
            <a:r>
              <a:rPr lang="en-ZA" sz="2100" dirty="0"/>
              <a:t>/ ) is a proprietary developer platform that </a:t>
            </a:r>
            <a:r>
              <a:rPr lang="en-ZA" sz="2100" b="1" dirty="0"/>
              <a:t>allows developers to create, store, manage, and share their code</a:t>
            </a:r>
            <a:r>
              <a:rPr lang="en-ZA" sz="2100" dirty="0"/>
              <a:t>.</a:t>
            </a:r>
          </a:p>
          <a:p>
            <a:pPr lvl="1"/>
            <a:r>
              <a:rPr lang="en-ZA" sz="1700" dirty="0"/>
              <a:t>Owned by Microsoft since 2018</a:t>
            </a:r>
          </a:p>
          <a:p>
            <a:endParaRPr lang="en-ZA" sz="2100" dirty="0"/>
          </a:p>
          <a:p>
            <a:endParaRPr lang="en-US" sz="2100" dirty="0"/>
          </a:p>
          <a:p>
            <a:endParaRPr lang="en-ZA" sz="1700" dirty="0"/>
          </a:p>
        </p:txBody>
      </p:sp>
    </p:spTree>
    <p:extLst>
      <p:ext uri="{BB962C8B-B14F-4D97-AF65-F5344CB8AC3E}">
        <p14:creationId xmlns:p14="http://schemas.microsoft.com/office/powerpoint/2010/main" val="37543488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7B831B6F-405A-4B47-B9BB-5CA88F285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D62D9A-CA8E-6ADB-02F3-F07AD075C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9128" y="638089"/>
            <a:ext cx="4818888" cy="1476801"/>
          </a:xfrm>
        </p:spPr>
        <p:txBody>
          <a:bodyPr anchor="b">
            <a:normAutofit/>
          </a:bodyPr>
          <a:lstStyle/>
          <a:p>
            <a:r>
              <a:rPr lang="en-US" sz="5000" dirty="0"/>
              <a:t>Why do we care </a:t>
            </a:r>
            <a:r>
              <a:rPr lang="en-US" sz="5000" dirty="0" err="1"/>
              <a:t>tho</a:t>
            </a:r>
            <a:r>
              <a:rPr lang="en-US" sz="5000" dirty="0"/>
              <a:t>?</a:t>
            </a:r>
            <a:endParaRPr lang="en-ZA" sz="5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C176EC-ABBF-6607-1674-DE96765D214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884" r="-1" b="-1"/>
          <a:stretch>
            <a:fillRect/>
          </a:stretch>
        </p:blipFill>
        <p:spPr>
          <a:xfrm>
            <a:off x="630936" y="1493167"/>
            <a:ext cx="5458968" cy="3871666"/>
          </a:xfrm>
          <a:prstGeom prst="rect">
            <a:avLst/>
          </a:prstGeom>
        </p:spPr>
      </p:pic>
      <p:sp>
        <p:nvSpPr>
          <p:cNvPr id="18" name="sketch line">
            <a:extLst>
              <a:ext uri="{FF2B5EF4-FFF2-40B4-BE49-F238E27FC236}">
                <a16:creationId xmlns:a16="http://schemas.microsoft.com/office/drawing/2014/main" id="{953EE71A-6488-4203-A7C4-77102FD0DC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3912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BB72AE-988B-E5FD-35F4-800852426F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9128" y="2664886"/>
            <a:ext cx="4818888" cy="3550789"/>
          </a:xfrm>
        </p:spPr>
        <p:txBody>
          <a:bodyPr anchor="t">
            <a:normAutofit/>
          </a:bodyPr>
          <a:lstStyle/>
          <a:p>
            <a:r>
              <a:rPr lang="en-US" sz="2200" dirty="0"/>
              <a:t>Collaboration </a:t>
            </a:r>
          </a:p>
          <a:p>
            <a:r>
              <a:rPr lang="en-US" sz="2200" dirty="0"/>
              <a:t>Community </a:t>
            </a:r>
          </a:p>
          <a:p>
            <a:r>
              <a:rPr lang="en-US" sz="2200" dirty="0"/>
              <a:t>Visibility </a:t>
            </a:r>
          </a:p>
          <a:p>
            <a:r>
              <a:rPr lang="en-US" sz="2200" dirty="0"/>
              <a:t>Transparency </a:t>
            </a:r>
          </a:p>
          <a:p>
            <a:r>
              <a:rPr lang="en-US" sz="2200" dirty="0"/>
              <a:t>Reproducibility </a:t>
            </a:r>
          </a:p>
          <a:p>
            <a:r>
              <a:rPr lang="en-US" sz="2200" dirty="0"/>
              <a:t>Recoverability </a:t>
            </a:r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2380751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GIT Branchand its Operations">
            <a:extLst>
              <a:ext uri="{FF2B5EF4-FFF2-40B4-BE49-F238E27FC236}">
                <a16:creationId xmlns:a16="http://schemas.microsoft.com/office/drawing/2014/main" id="{3774E664-EFF7-6B4A-7704-5519D6CBC1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77" t="33950" r="3651" b="3184"/>
          <a:stretch>
            <a:fillRect/>
          </a:stretch>
        </p:blipFill>
        <p:spPr bwMode="auto">
          <a:xfrm>
            <a:off x="1733550" y="2209800"/>
            <a:ext cx="8515350" cy="3533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4201F7F9-4467-4E6B-0C08-EE7FF67E2172}"/>
              </a:ext>
            </a:extLst>
          </p:cNvPr>
          <p:cNvGrpSpPr/>
          <p:nvPr/>
        </p:nvGrpSpPr>
        <p:grpSpPr>
          <a:xfrm>
            <a:off x="3916190" y="4416592"/>
            <a:ext cx="2497143" cy="898347"/>
            <a:chOff x="4497215" y="4588042"/>
            <a:chExt cx="2497143" cy="898347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8FC9699-0E37-C068-ABF9-FF197FC9D530}"/>
                </a:ext>
              </a:extLst>
            </p:cNvPr>
            <p:cNvSpPr txBox="1"/>
            <p:nvPr/>
          </p:nvSpPr>
          <p:spPr>
            <a:xfrm>
              <a:off x="4497215" y="5117057"/>
              <a:ext cx="187692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</a:rPr>
                <a:t>Branch</a:t>
              </a:r>
              <a:r>
                <a:rPr lang="en-US" dirty="0"/>
                <a:t> </a:t>
              </a:r>
              <a:endParaRPr lang="en-ZA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E396D73-6822-DAE4-10C1-02E575DAE08C}"/>
                </a:ext>
              </a:extLst>
            </p:cNvPr>
            <p:cNvSpPr/>
            <p:nvPr/>
          </p:nvSpPr>
          <p:spPr>
            <a:xfrm>
              <a:off x="4555958" y="4588042"/>
              <a:ext cx="2438400" cy="850232"/>
            </a:xfrm>
            <a:prstGeom prst="rect">
              <a:avLst/>
            </a:prstGeom>
            <a:noFill/>
            <a:ln w="28575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06D21072-6D4A-6AFE-092F-7DA801865709}"/>
              </a:ext>
            </a:extLst>
          </p:cNvPr>
          <p:cNvGrpSpPr/>
          <p:nvPr/>
        </p:nvGrpSpPr>
        <p:grpSpPr>
          <a:xfrm>
            <a:off x="2424822" y="3257550"/>
            <a:ext cx="7665396" cy="788432"/>
            <a:chOff x="3005847" y="3429000"/>
            <a:chExt cx="7665396" cy="788432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0FE5776-11E0-21AF-9CAF-272475E3252E}"/>
                </a:ext>
              </a:extLst>
            </p:cNvPr>
            <p:cNvSpPr txBox="1"/>
            <p:nvPr/>
          </p:nvSpPr>
          <p:spPr>
            <a:xfrm>
              <a:off x="9817100" y="3848100"/>
              <a:ext cx="749300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6"/>
                  </a:solidFill>
                </a:rPr>
                <a:t>Main</a:t>
              </a:r>
              <a:endParaRPr lang="en-ZA" dirty="0">
                <a:solidFill>
                  <a:schemeClr val="accent6"/>
                </a:solidFill>
              </a:endParaRPr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07B18D94-022B-4A96-B1EB-94C466757647}"/>
                </a:ext>
              </a:extLst>
            </p:cNvPr>
            <p:cNvSpPr/>
            <p:nvPr/>
          </p:nvSpPr>
          <p:spPr>
            <a:xfrm>
              <a:off x="3005847" y="3429000"/>
              <a:ext cx="7665396" cy="724711"/>
            </a:xfrm>
            <a:prstGeom prst="rect">
              <a:avLst/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1103B936-5906-4F5D-2248-78F338FBEF22}"/>
              </a:ext>
            </a:extLst>
          </p:cNvPr>
          <p:cNvGrpSpPr/>
          <p:nvPr/>
        </p:nvGrpSpPr>
        <p:grpSpPr>
          <a:xfrm>
            <a:off x="5605767" y="3257550"/>
            <a:ext cx="2725743" cy="2400300"/>
            <a:chOff x="6186792" y="3429000"/>
            <a:chExt cx="2725743" cy="240030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9942104-0481-F585-7AEE-C699A229854C}"/>
                </a:ext>
              </a:extLst>
            </p:cNvPr>
            <p:cNvSpPr txBox="1"/>
            <p:nvPr/>
          </p:nvSpPr>
          <p:spPr>
            <a:xfrm>
              <a:off x="6374141" y="4217432"/>
              <a:ext cx="187692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B0F0"/>
                  </a:solidFill>
                </a:rPr>
                <a:t>Commit</a:t>
              </a:r>
              <a:r>
                <a:rPr lang="en-US" dirty="0"/>
                <a:t> </a:t>
              </a:r>
              <a:endParaRPr lang="en-ZA" dirty="0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DD475A5-78EE-F0BA-C05B-87CDE1C1564D}"/>
                </a:ext>
              </a:extLst>
            </p:cNvPr>
            <p:cNvSpPr/>
            <p:nvPr/>
          </p:nvSpPr>
          <p:spPr>
            <a:xfrm>
              <a:off x="7752945" y="3429000"/>
              <a:ext cx="1159590" cy="1447656"/>
            </a:xfrm>
            <a:prstGeom prst="rect">
              <a:avLst/>
            </a:prstGeom>
            <a:no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2214D85-ED6F-502A-EE87-186AE8041072}"/>
                </a:ext>
              </a:extLst>
            </p:cNvPr>
            <p:cNvSpPr/>
            <p:nvPr/>
          </p:nvSpPr>
          <p:spPr>
            <a:xfrm>
              <a:off x="6186792" y="4668243"/>
              <a:ext cx="1036166" cy="1161057"/>
            </a:xfrm>
            <a:prstGeom prst="rect">
              <a:avLst/>
            </a:prstGeom>
            <a:no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4ADD0350-E010-BB61-F9FB-BA5AC336ED05}"/>
              </a:ext>
            </a:extLst>
          </p:cNvPr>
          <p:cNvSpPr/>
          <p:nvPr/>
        </p:nvSpPr>
        <p:spPr>
          <a:xfrm>
            <a:off x="1962150" y="1981200"/>
            <a:ext cx="3724275" cy="7247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6BE518B-E323-F82E-32E1-D2B3DE0EDA95}"/>
              </a:ext>
            </a:extLst>
          </p:cNvPr>
          <p:cNvGrpSpPr/>
          <p:nvPr/>
        </p:nvGrpSpPr>
        <p:grpSpPr>
          <a:xfrm>
            <a:off x="1962150" y="1647873"/>
            <a:ext cx="8300328" cy="4457652"/>
            <a:chOff x="1714500" y="1257348"/>
            <a:chExt cx="8300328" cy="4457652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20CD619-DD17-DADD-9470-C19770DF732B}"/>
                </a:ext>
              </a:extLst>
            </p:cNvPr>
            <p:cNvSpPr/>
            <p:nvPr/>
          </p:nvSpPr>
          <p:spPr>
            <a:xfrm>
              <a:off x="1714500" y="1266825"/>
              <a:ext cx="8300328" cy="4448175"/>
            </a:xfrm>
            <a:prstGeom prst="rect">
              <a:avLst/>
            </a:prstGeom>
            <a:noFill/>
            <a:ln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FD0F466-3250-2659-D6E3-8DC11E3CC06B}"/>
                </a:ext>
              </a:extLst>
            </p:cNvPr>
            <p:cNvSpPr txBox="1"/>
            <p:nvPr/>
          </p:nvSpPr>
          <p:spPr>
            <a:xfrm>
              <a:off x="1807014" y="1257348"/>
              <a:ext cx="727710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Graph of a repository (repo) – replicated on local (my machine) and remote (GH servers)</a:t>
              </a:r>
              <a:endParaRPr lang="en-ZA" dirty="0"/>
            </a:p>
          </p:txBody>
        </p:sp>
      </p:grpSp>
      <p:sp>
        <p:nvSpPr>
          <p:cNvPr id="26" name="Title 1">
            <a:extLst>
              <a:ext uri="{FF2B5EF4-FFF2-40B4-BE49-F238E27FC236}">
                <a16:creationId xmlns:a16="http://schemas.microsoft.com/office/drawing/2014/main" id="{C6164E86-2754-8A0C-2940-D85B932B225F}"/>
              </a:ext>
            </a:extLst>
          </p:cNvPr>
          <p:cNvSpPr txBox="1">
            <a:spLocks/>
          </p:cNvSpPr>
          <p:nvPr/>
        </p:nvSpPr>
        <p:spPr>
          <a:xfrm>
            <a:off x="838200" y="18494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Anatomy of a repo	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560909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9F277D-3F87-6698-74E5-5EA6E2D3D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01B2EBA1-7D4B-26EA-9E32-E5AB24A21D60}"/>
              </a:ext>
            </a:extLst>
          </p:cNvPr>
          <p:cNvGrpSpPr/>
          <p:nvPr/>
        </p:nvGrpSpPr>
        <p:grpSpPr>
          <a:xfrm>
            <a:off x="1581150" y="1104900"/>
            <a:ext cx="8515350" cy="3867150"/>
            <a:chOff x="1581150" y="1104900"/>
            <a:chExt cx="8515350" cy="3867150"/>
          </a:xfrm>
        </p:grpSpPr>
        <p:pic>
          <p:nvPicPr>
            <p:cNvPr id="15" name="Picture 2" descr="GIT Branchand its Operations">
              <a:extLst>
                <a:ext uri="{FF2B5EF4-FFF2-40B4-BE49-F238E27FC236}">
                  <a16:creationId xmlns:a16="http://schemas.microsoft.com/office/drawing/2014/main" id="{4821448B-6A3B-3670-8C2F-8B03F344C4A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977" t="33950" r="3651" b="3184"/>
            <a:stretch>
              <a:fillRect/>
            </a:stretch>
          </p:blipFill>
          <p:spPr bwMode="auto">
            <a:xfrm>
              <a:off x="1581150" y="1438275"/>
              <a:ext cx="8515350" cy="35337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D563944-8B0D-509B-F6FA-FFA152BA3C0C}"/>
                </a:ext>
              </a:extLst>
            </p:cNvPr>
            <p:cNvSpPr/>
            <p:nvPr/>
          </p:nvSpPr>
          <p:spPr>
            <a:xfrm>
              <a:off x="1866900" y="1104900"/>
              <a:ext cx="3381375" cy="84772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837617E8-625E-2FDD-DF02-5A079D291BEE}"/>
              </a:ext>
            </a:extLst>
          </p:cNvPr>
          <p:cNvGrpSpPr/>
          <p:nvPr/>
        </p:nvGrpSpPr>
        <p:grpSpPr>
          <a:xfrm>
            <a:off x="8122442" y="842228"/>
            <a:ext cx="2362201" cy="1449791"/>
            <a:chOff x="7848598" y="687500"/>
            <a:chExt cx="2362201" cy="1449791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92F044C-0A07-4ABB-B627-A0D34CD9AE49}"/>
                </a:ext>
              </a:extLst>
            </p:cNvPr>
            <p:cNvSpPr txBox="1"/>
            <p:nvPr/>
          </p:nvSpPr>
          <p:spPr>
            <a:xfrm>
              <a:off x="7848600" y="687500"/>
              <a:ext cx="15716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git fetch</a:t>
              </a:r>
              <a:endParaRPr lang="en-ZA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AE4673C-CE91-C0BF-5FA8-6C47402EFD0D}"/>
                </a:ext>
              </a:extLst>
            </p:cNvPr>
            <p:cNvSpPr txBox="1"/>
            <p:nvPr/>
          </p:nvSpPr>
          <p:spPr>
            <a:xfrm>
              <a:off x="7848600" y="1215570"/>
              <a:ext cx="15716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git pull main</a:t>
              </a:r>
              <a:endParaRPr lang="en-ZA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CFE2503-1AC0-981F-4DD9-C319C1FFBD4C}"/>
                </a:ext>
              </a:extLst>
            </p:cNvPr>
            <p:cNvSpPr txBox="1"/>
            <p:nvPr/>
          </p:nvSpPr>
          <p:spPr>
            <a:xfrm>
              <a:off x="7848598" y="1767959"/>
              <a:ext cx="23622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git merge main</a:t>
              </a:r>
              <a:endParaRPr lang="en-ZA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893FCDB1-0B9E-1164-D04A-C08615D869AD}"/>
                </a:ext>
              </a:extLst>
            </p:cNvPr>
            <p:cNvSpPr txBox="1"/>
            <p:nvPr/>
          </p:nvSpPr>
          <p:spPr>
            <a:xfrm>
              <a:off x="7848599" y="963694"/>
              <a:ext cx="22098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git switch main</a:t>
              </a:r>
              <a:endParaRPr lang="en-ZA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8DB7058D-25C9-98D1-4A67-1DE9F0D1ABFE}"/>
                </a:ext>
              </a:extLst>
            </p:cNvPr>
            <p:cNvSpPr txBox="1"/>
            <p:nvPr/>
          </p:nvSpPr>
          <p:spPr>
            <a:xfrm>
              <a:off x="7848598" y="1492806"/>
              <a:ext cx="22098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git switch Feature-2</a:t>
              </a:r>
              <a:endParaRPr lang="en-ZA" dirty="0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0998807D-89B3-BD72-9FE3-A187FF2B9E9B}"/>
              </a:ext>
            </a:extLst>
          </p:cNvPr>
          <p:cNvGrpSpPr/>
          <p:nvPr/>
        </p:nvGrpSpPr>
        <p:grpSpPr>
          <a:xfrm>
            <a:off x="4362449" y="4877871"/>
            <a:ext cx="6315076" cy="957739"/>
            <a:chOff x="4362449" y="4877871"/>
            <a:chExt cx="6315076" cy="957739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BE69F21-2FF6-9BD4-29C1-C17858CEF483}"/>
                </a:ext>
              </a:extLst>
            </p:cNvPr>
            <p:cNvSpPr txBox="1"/>
            <p:nvPr/>
          </p:nvSpPr>
          <p:spPr>
            <a:xfrm>
              <a:off x="4362450" y="5466278"/>
              <a:ext cx="15716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git push</a:t>
              </a:r>
              <a:endParaRPr lang="en-ZA" dirty="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2012F0B8-8731-890B-370D-D623EE1EC6FA}"/>
                </a:ext>
              </a:extLst>
            </p:cNvPr>
            <p:cNvSpPr txBox="1"/>
            <p:nvPr/>
          </p:nvSpPr>
          <p:spPr>
            <a:xfrm>
              <a:off x="4362450" y="4877871"/>
              <a:ext cx="15716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git add .</a:t>
              </a:r>
              <a:endParaRPr lang="en-ZA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6C76879-0FBE-AD50-1A16-729BE53D95AF}"/>
                </a:ext>
              </a:extLst>
            </p:cNvPr>
            <p:cNvSpPr txBox="1"/>
            <p:nvPr/>
          </p:nvSpPr>
          <p:spPr>
            <a:xfrm>
              <a:off x="4362449" y="5150108"/>
              <a:ext cx="63150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git commit –m “feat: new experiment conditions created”</a:t>
              </a:r>
              <a:endParaRPr lang="en-ZA" dirty="0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DA0F504F-F308-A8E5-E724-39A8D1C61775}"/>
              </a:ext>
            </a:extLst>
          </p:cNvPr>
          <p:cNvGrpSpPr/>
          <p:nvPr/>
        </p:nvGrpSpPr>
        <p:grpSpPr>
          <a:xfrm>
            <a:off x="1866900" y="4272439"/>
            <a:ext cx="2790825" cy="768132"/>
            <a:chOff x="1866900" y="4272439"/>
            <a:chExt cx="2790825" cy="768132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DB10458-FAF0-3EB5-A560-27196B06BD1A}"/>
                </a:ext>
              </a:extLst>
            </p:cNvPr>
            <p:cNvSpPr txBox="1"/>
            <p:nvPr/>
          </p:nvSpPr>
          <p:spPr>
            <a:xfrm>
              <a:off x="1866900" y="4671239"/>
              <a:ext cx="27908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git branch –c Feature-1</a:t>
              </a:r>
              <a:endParaRPr lang="en-ZA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D86332D-04BB-4437-D81F-D4F939D81201}"/>
                </a:ext>
              </a:extLst>
            </p:cNvPr>
            <p:cNvSpPr txBox="1"/>
            <p:nvPr/>
          </p:nvSpPr>
          <p:spPr>
            <a:xfrm>
              <a:off x="1866900" y="4272439"/>
              <a:ext cx="15716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git pull main</a:t>
              </a:r>
              <a:endParaRPr lang="en-ZA" dirty="0"/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F92233CD-11EF-01D9-483B-951B16138540}"/>
              </a:ext>
            </a:extLst>
          </p:cNvPr>
          <p:cNvSpPr txBox="1"/>
          <p:nvPr/>
        </p:nvSpPr>
        <p:spPr>
          <a:xfrm>
            <a:off x="3276598" y="2034351"/>
            <a:ext cx="27908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git pull main</a:t>
            </a:r>
          </a:p>
          <a:p>
            <a:r>
              <a:rPr lang="en-US" dirty="0"/>
              <a:t>git branch –c Feature-2</a:t>
            </a:r>
            <a:endParaRPr lang="en-ZA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0E74EC8-821C-8BBF-1DE4-15E3F92D2168}"/>
              </a:ext>
            </a:extLst>
          </p:cNvPr>
          <p:cNvSpPr txBox="1"/>
          <p:nvPr/>
        </p:nvSpPr>
        <p:spPr>
          <a:xfrm>
            <a:off x="7167560" y="3797380"/>
            <a:ext cx="25812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Open Pull Request (PR), review and merge. Delete branch Feature-1</a:t>
            </a:r>
            <a:endParaRPr lang="en-ZA" dirty="0"/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F8218F63-7334-B280-D519-81B3FECA8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943"/>
            <a:ext cx="10515600" cy="1325563"/>
          </a:xfrm>
        </p:spPr>
        <p:txBody>
          <a:bodyPr/>
          <a:lstStyle/>
          <a:p>
            <a:r>
              <a:rPr lang="en-US" dirty="0"/>
              <a:t>Using a repo	</a:t>
            </a:r>
            <a:endParaRPr lang="en-ZA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478A592-6D89-48F2-3576-CF3EE1C66DBB}"/>
              </a:ext>
            </a:extLst>
          </p:cNvPr>
          <p:cNvSpPr txBox="1"/>
          <p:nvPr/>
        </p:nvSpPr>
        <p:spPr>
          <a:xfrm>
            <a:off x="366711" y="2653130"/>
            <a:ext cx="24860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git </a:t>
            </a:r>
            <a:r>
              <a:rPr lang="en-US" dirty="0" err="1"/>
              <a:t>init</a:t>
            </a:r>
            <a:endParaRPr lang="en-US" dirty="0"/>
          </a:p>
          <a:p>
            <a:r>
              <a:rPr lang="en-US" dirty="0"/>
              <a:t>OR</a:t>
            </a:r>
          </a:p>
          <a:p>
            <a:r>
              <a:rPr lang="en-US" dirty="0"/>
              <a:t>git clone &lt;repo </a:t>
            </a:r>
            <a:r>
              <a:rPr lang="en-US" dirty="0" err="1"/>
              <a:t>url</a:t>
            </a:r>
            <a:r>
              <a:rPr lang="en-US" dirty="0"/>
              <a:t>&gt;</a:t>
            </a:r>
            <a:endParaRPr lang="en-ZA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FC03D79-8C2E-4C69-C71E-4C26AE99C441}"/>
              </a:ext>
            </a:extLst>
          </p:cNvPr>
          <p:cNvSpPr txBox="1"/>
          <p:nvPr/>
        </p:nvSpPr>
        <p:spPr>
          <a:xfrm>
            <a:off x="9639301" y="1952625"/>
            <a:ext cx="25812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Open Pull Request (PR), review and merge. Delete branch Feature-2</a:t>
            </a:r>
            <a:endParaRPr lang="en-ZA" dirty="0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605B580F-92B4-489F-18A2-E6F7256E2D49}"/>
              </a:ext>
            </a:extLst>
          </p:cNvPr>
          <p:cNvGrpSpPr/>
          <p:nvPr/>
        </p:nvGrpSpPr>
        <p:grpSpPr>
          <a:xfrm>
            <a:off x="4381499" y="108168"/>
            <a:ext cx="6315076" cy="957739"/>
            <a:chOff x="4362449" y="4877871"/>
            <a:chExt cx="6315076" cy="957739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8466D63A-2457-C4AE-AB38-9839795DE435}"/>
                </a:ext>
              </a:extLst>
            </p:cNvPr>
            <p:cNvSpPr txBox="1"/>
            <p:nvPr/>
          </p:nvSpPr>
          <p:spPr>
            <a:xfrm>
              <a:off x="4362450" y="5466278"/>
              <a:ext cx="15716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git push</a:t>
              </a:r>
              <a:endParaRPr lang="en-ZA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71868799-DE17-1D06-D3C0-916096A121CD}"/>
                </a:ext>
              </a:extLst>
            </p:cNvPr>
            <p:cNvSpPr txBox="1"/>
            <p:nvPr/>
          </p:nvSpPr>
          <p:spPr>
            <a:xfrm>
              <a:off x="4362450" y="4877871"/>
              <a:ext cx="15716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git add .</a:t>
              </a:r>
              <a:endParaRPr lang="en-ZA" dirty="0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63D257C0-6A08-C236-84FB-E5EED8489CE0}"/>
                </a:ext>
              </a:extLst>
            </p:cNvPr>
            <p:cNvSpPr txBox="1"/>
            <p:nvPr/>
          </p:nvSpPr>
          <p:spPr>
            <a:xfrm>
              <a:off x="4362449" y="5150108"/>
              <a:ext cx="63150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git commit –m “feat: new data analysis tool added”</a:t>
              </a:r>
              <a:endParaRPr lang="en-ZA" dirty="0"/>
            </a:p>
          </p:txBody>
        </p:sp>
      </p:grpSp>
    </p:spTree>
    <p:extLst>
      <p:ext uri="{BB962C8B-B14F-4D97-AF65-F5344CB8AC3E}">
        <p14:creationId xmlns:p14="http://schemas.microsoft.com/office/powerpoint/2010/main" val="3009751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4" grpId="0"/>
      <p:bldP spid="39" grpId="0"/>
      <p:bldP spid="4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13408-B516-E884-4F96-3C0590F86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 to follow this workshop	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F982D5-C793-9275-93F3-5CC2321085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Download </a:t>
            </a:r>
            <a:r>
              <a:rPr lang="en-US" dirty="0" err="1"/>
              <a:t>Github</a:t>
            </a:r>
            <a:r>
              <a:rPr lang="en-US" dirty="0"/>
              <a:t>: </a:t>
            </a:r>
            <a:r>
              <a:rPr lang="en-US" dirty="0">
                <a:hlinkClick r:id="rId2"/>
              </a:rPr>
              <a:t>https://desktop.github.com/download/</a:t>
            </a:r>
            <a:endParaRPr lang="en-US" dirty="0"/>
          </a:p>
          <a:p>
            <a:r>
              <a:rPr lang="en-US" dirty="0"/>
              <a:t>Create a </a:t>
            </a:r>
            <a:r>
              <a:rPr lang="en-US" dirty="0" err="1"/>
              <a:t>Github</a:t>
            </a:r>
            <a:r>
              <a:rPr lang="en-US" dirty="0"/>
              <a:t> account</a:t>
            </a:r>
          </a:p>
          <a:p>
            <a:r>
              <a:rPr lang="en-US" dirty="0"/>
              <a:t>Download </a:t>
            </a:r>
            <a:r>
              <a:rPr lang="en-US" dirty="0" err="1"/>
              <a:t>VSCode</a:t>
            </a:r>
            <a:r>
              <a:rPr lang="en-US" dirty="0"/>
              <a:t>: </a:t>
            </a:r>
            <a:r>
              <a:rPr lang="en-US" dirty="0">
                <a:hlinkClick r:id="rId3"/>
              </a:rPr>
              <a:t>https://code.visualstudio.com/download</a:t>
            </a:r>
            <a:endParaRPr lang="en-US" dirty="0"/>
          </a:p>
          <a:p>
            <a:r>
              <a:rPr lang="en-US" dirty="0"/>
              <a:t>Log into your </a:t>
            </a:r>
            <a:r>
              <a:rPr lang="en-US" dirty="0" err="1"/>
              <a:t>Github</a:t>
            </a:r>
            <a:r>
              <a:rPr lang="en-US" dirty="0"/>
              <a:t> account on </a:t>
            </a:r>
            <a:r>
              <a:rPr lang="en-US" dirty="0" err="1"/>
              <a:t>VSCode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 left hand side on the bottom of the screen of </a:t>
            </a:r>
            <a:r>
              <a:rPr lang="en-US" dirty="0" err="1">
                <a:sym typeface="Wingdings" panose="05000000000000000000" pitchFamily="2" charset="2"/>
              </a:rPr>
              <a:t>VSCode</a:t>
            </a:r>
            <a:r>
              <a:rPr lang="en-US" dirty="0">
                <a:sym typeface="Wingdings" panose="05000000000000000000" pitchFamily="2" charset="2"/>
              </a:rPr>
              <a:t>, person looking icon.</a:t>
            </a:r>
          </a:p>
          <a:p>
            <a:r>
              <a:rPr lang="en-US" dirty="0">
                <a:sym typeface="Wingdings" panose="05000000000000000000" pitchFamily="2" charset="2"/>
              </a:rPr>
              <a:t>Gain access to </a:t>
            </a:r>
            <a:r>
              <a:rPr lang="en-US" dirty="0">
                <a:sym typeface="Wingdings" panose="05000000000000000000" pitchFamily="2" charset="2"/>
                <a:hlinkClick r:id="rId4"/>
              </a:rPr>
              <a:t>https://github.com/Stellenbosch-University-Process-Eng</a:t>
            </a:r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Clone the repo </a:t>
            </a:r>
            <a:r>
              <a:rPr lang="en-US" dirty="0">
                <a:sym typeface="Wingdings" panose="05000000000000000000" pitchFamily="2" charset="2"/>
                <a:hlinkClick r:id="rId5"/>
              </a:rPr>
              <a:t>https://github.com/Stellenbosch-University-Process-Eng/hello-ml-research-group.git</a:t>
            </a:r>
            <a:r>
              <a:rPr lang="en-US" dirty="0">
                <a:sym typeface="Wingdings" panose="05000000000000000000" pitchFamily="2" charset="2"/>
              </a:rPr>
              <a:t> 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5231215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3262-3000-5D22-31D3-526A3FBCC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477ADC-E4A1-5D9B-59B9-D79C1FE6EF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5" name="Picture 4" descr="The image displays a Windows PowerShell terminal session, where the user is navigating through a Git repository directory, and the interface prompts the user to decide whether to trust the repository's contents or to proceed in a restricted mode.&#10;&#10;AI-generated content may be incorrect.">
            <a:extLst>
              <a:ext uri="{FF2B5EF4-FFF2-40B4-BE49-F238E27FC236}">
                <a16:creationId xmlns:a16="http://schemas.microsoft.com/office/drawing/2014/main" id="{59CAEEB0-6481-EAD8-1EEA-E7D9ABC1F2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1795"/>
            <a:ext cx="12192000" cy="5954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7763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image is a screenshot of a GitHub repository creation page with fields for repository details such as name, visibility, README, .gitignore, and license.&#10;&#10;AI-generated content may be incorrect.">
            <a:extLst>
              <a:ext uri="{FF2B5EF4-FFF2-40B4-BE49-F238E27FC236}">
                <a16:creationId xmlns:a16="http://schemas.microsoft.com/office/drawing/2014/main" id="{7322C78F-39F2-CE37-CDA9-A8B47C8853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300" y="316206"/>
            <a:ext cx="10439400" cy="6226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794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image is a GitHub repository page for a project named 'hello-ml-research-group', which includes sections for code, README, custom properties, and contributor information.&#10;&#10;AI-generated content may be incorrect.">
            <a:extLst>
              <a:ext uri="{FF2B5EF4-FFF2-40B4-BE49-F238E27FC236}">
                <a16:creationId xmlns:a16="http://schemas.microsoft.com/office/drawing/2014/main" id="{F9DD3257-B768-22D2-B6AC-D3012B3E10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511" y="0"/>
            <a:ext cx="1132697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9885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image appears to be a screenshot or visual representation of a permissions or access control panel within an application or software platform, specifically a section dedicated to managing collaborators and teams for a private repository.&#10;&#10;AI-generated content may be incorrect.">
            <a:extLst>
              <a:ext uri="{FF2B5EF4-FFF2-40B4-BE49-F238E27FC236}">
                <a16:creationId xmlns:a16="http://schemas.microsoft.com/office/drawing/2014/main" id="{287E79D1-9FBE-020D-2ECB-6C83C788FB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202" y="428206"/>
            <a:ext cx="11431595" cy="6001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1747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hello-ml-research-group&#10;&#10;AI-generated content may be incorrect.">
            <a:extLst>
              <a:ext uri="{FF2B5EF4-FFF2-40B4-BE49-F238E27FC236}">
                <a16:creationId xmlns:a16="http://schemas.microsoft.com/office/drawing/2014/main" id="{DFAE214E-DA7C-FAB3-57C9-AD01EA7397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8572" y="890233"/>
            <a:ext cx="9354856" cy="5077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0886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lone Repository&#10;&#10;AI-generated content may be incorrect.">
            <a:extLst>
              <a:ext uri="{FF2B5EF4-FFF2-40B4-BE49-F238E27FC236}">
                <a16:creationId xmlns:a16="http://schemas.microsoft.com/office/drawing/2014/main" id="{ADB8FF8B-3981-0586-E665-186A92AF13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4282" y="988803"/>
            <a:ext cx="3305636" cy="3000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6067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image shows a screen displaying a Git command prompt, with the user currently working on the 'add_tutorial' branch of a repository, ready to add changes to the README.md file.&#10;&#10;AI-generated content may be incorrect.">
            <a:extLst>
              <a:ext uri="{FF2B5EF4-FFF2-40B4-BE49-F238E27FC236}">
                <a16:creationId xmlns:a16="http://schemas.microsoft.com/office/drawing/2014/main" id="{F643FC20-A99D-FB4D-594A-9F2866059B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2392" y="0"/>
            <a:ext cx="8987215" cy="6300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7100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image shows a software interface with a list of branches, including an option to checkout a detached branch, and it contains some text referencing a tutorial and branch identifiers.&#10;&#10;AI-generated content may be incorrect.">
            <a:extLst>
              <a:ext uri="{FF2B5EF4-FFF2-40B4-BE49-F238E27FC236}">
                <a16:creationId xmlns:a16="http://schemas.microsoft.com/office/drawing/2014/main" id="{7F2F9BE8-9DFA-BA59-61A6-D7423A1489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1917" y="2600209"/>
            <a:ext cx="5668166" cy="1657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8852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707</TotalTime>
  <Words>445</Words>
  <Application>Microsoft Office PowerPoint</Application>
  <PresentationFormat>Widescreen</PresentationFormat>
  <Paragraphs>64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Wingdings</vt:lpstr>
      <vt:lpstr>Office Theme</vt:lpstr>
      <vt:lpstr>Intro to Github workshop</vt:lpstr>
      <vt:lpstr>What is Git?</vt:lpstr>
      <vt:lpstr>Why do we care tho?</vt:lpstr>
      <vt:lpstr>PowerPoint Presentation</vt:lpstr>
      <vt:lpstr>Using a repo </vt:lpstr>
      <vt:lpstr>Requirements to follow this workshop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Middleton, FS, Miss [fmiddleton@sun.ac.za]</dc:creator>
  <cp:lastModifiedBy>Middleton, FS, Miss [fmiddleton@sun.ac.za]</cp:lastModifiedBy>
  <cp:revision>1</cp:revision>
  <dcterms:created xsi:type="dcterms:W3CDTF">2026-02-18T07:43:40Z</dcterms:created>
  <dcterms:modified xsi:type="dcterms:W3CDTF">2026-03-16T13:52:25Z</dcterms:modified>
</cp:coreProperties>
</file>